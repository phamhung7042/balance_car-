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ebp" ContentType="image/webp"/>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3"/>
  </p:notesMasterIdLst>
  <p:sldIdLst>
    <p:sldId id="256" r:id="rId2"/>
    <p:sldId id="257" r:id="rId3"/>
    <p:sldId id="326" r:id="rId4"/>
    <p:sldId id="330" r:id="rId5"/>
    <p:sldId id="274" r:id="rId6"/>
    <p:sldId id="327" r:id="rId7"/>
    <p:sldId id="331" r:id="rId8"/>
    <p:sldId id="328" r:id="rId9"/>
    <p:sldId id="332" r:id="rId10"/>
    <p:sldId id="334" r:id="rId11"/>
    <p:sldId id="333" r:id="rId12"/>
    <p:sldId id="335" r:id="rId13"/>
    <p:sldId id="336" r:id="rId14"/>
    <p:sldId id="329" r:id="rId15"/>
    <p:sldId id="342" r:id="rId16"/>
    <p:sldId id="337" r:id="rId17"/>
    <p:sldId id="338" r:id="rId18"/>
    <p:sldId id="339" r:id="rId19"/>
    <p:sldId id="340" r:id="rId20"/>
    <p:sldId id="341" r:id="rId21"/>
    <p:sldId id="313" r:id="rId22"/>
  </p:sldIdLst>
  <p:sldSz cx="9144000" cy="5143500" type="screen16x9"/>
  <p:notesSz cx="7315200" cy="9601200"/>
  <p:defaultTextStyle>
    <a:defPPr>
      <a:defRPr lang="en-US"/>
    </a:defPPr>
    <a:lvl1pPr algn="ctr" rtl="0" fontAlgn="base">
      <a:spcBef>
        <a:spcPct val="0"/>
      </a:spcBef>
      <a:spcAft>
        <a:spcPct val="0"/>
      </a:spcAft>
      <a:defRPr sz="4100" kern="1200">
        <a:solidFill>
          <a:srgbClr val="000000"/>
        </a:solidFill>
        <a:latin typeface="Gill Sans" charset="0"/>
        <a:ea typeface="ヒラギノ角ゴ ProN W3" charset="0"/>
        <a:cs typeface="ヒラギノ角ゴ ProN W3" charset="0"/>
        <a:sym typeface="Gill Sans" charset="0"/>
      </a:defRPr>
    </a:lvl1pPr>
    <a:lvl2pPr marL="171450" algn="ctr" rtl="0" fontAlgn="base">
      <a:spcBef>
        <a:spcPct val="0"/>
      </a:spcBef>
      <a:spcAft>
        <a:spcPct val="0"/>
      </a:spcAft>
      <a:defRPr sz="4100" kern="1200">
        <a:solidFill>
          <a:srgbClr val="000000"/>
        </a:solidFill>
        <a:latin typeface="Gill Sans" charset="0"/>
        <a:ea typeface="ヒラギノ角ゴ ProN W3" charset="0"/>
        <a:cs typeface="ヒラギノ角ゴ ProN W3" charset="0"/>
        <a:sym typeface="Gill Sans" charset="0"/>
      </a:defRPr>
    </a:lvl2pPr>
    <a:lvl3pPr marL="342900" algn="ctr" rtl="0" fontAlgn="base">
      <a:spcBef>
        <a:spcPct val="0"/>
      </a:spcBef>
      <a:spcAft>
        <a:spcPct val="0"/>
      </a:spcAft>
      <a:defRPr sz="4100" kern="1200">
        <a:solidFill>
          <a:srgbClr val="000000"/>
        </a:solidFill>
        <a:latin typeface="Gill Sans" charset="0"/>
        <a:ea typeface="ヒラギノ角ゴ ProN W3" charset="0"/>
        <a:cs typeface="ヒラギノ角ゴ ProN W3" charset="0"/>
        <a:sym typeface="Gill Sans" charset="0"/>
      </a:defRPr>
    </a:lvl3pPr>
    <a:lvl4pPr marL="514350" algn="ctr" rtl="0" fontAlgn="base">
      <a:spcBef>
        <a:spcPct val="0"/>
      </a:spcBef>
      <a:spcAft>
        <a:spcPct val="0"/>
      </a:spcAft>
      <a:defRPr sz="4100" kern="1200">
        <a:solidFill>
          <a:srgbClr val="000000"/>
        </a:solidFill>
        <a:latin typeface="Gill Sans" charset="0"/>
        <a:ea typeface="ヒラギノ角ゴ ProN W3" charset="0"/>
        <a:cs typeface="ヒラギノ角ゴ ProN W3" charset="0"/>
        <a:sym typeface="Gill Sans" charset="0"/>
      </a:defRPr>
    </a:lvl4pPr>
    <a:lvl5pPr marL="685800" algn="ctr" rtl="0" fontAlgn="base">
      <a:spcBef>
        <a:spcPct val="0"/>
      </a:spcBef>
      <a:spcAft>
        <a:spcPct val="0"/>
      </a:spcAft>
      <a:defRPr sz="4100" kern="1200">
        <a:solidFill>
          <a:srgbClr val="000000"/>
        </a:solidFill>
        <a:latin typeface="Gill Sans" charset="0"/>
        <a:ea typeface="ヒラギノ角ゴ ProN W3" charset="0"/>
        <a:cs typeface="ヒラギノ角ゴ ProN W3" charset="0"/>
        <a:sym typeface="Gill Sans" charset="0"/>
      </a:defRPr>
    </a:lvl5pPr>
    <a:lvl6pPr marL="857250" algn="l" defTabSz="171450" rtl="0" eaLnBrk="1" latinLnBrk="0" hangingPunct="1">
      <a:defRPr sz="4100" kern="1200">
        <a:solidFill>
          <a:srgbClr val="000000"/>
        </a:solidFill>
        <a:latin typeface="Gill Sans" charset="0"/>
        <a:ea typeface="ヒラギノ角ゴ ProN W3" charset="0"/>
        <a:cs typeface="ヒラギノ角ゴ ProN W3" charset="0"/>
        <a:sym typeface="Gill Sans" charset="0"/>
      </a:defRPr>
    </a:lvl6pPr>
    <a:lvl7pPr marL="1028700" algn="l" defTabSz="171450" rtl="0" eaLnBrk="1" latinLnBrk="0" hangingPunct="1">
      <a:defRPr sz="4100" kern="1200">
        <a:solidFill>
          <a:srgbClr val="000000"/>
        </a:solidFill>
        <a:latin typeface="Gill Sans" charset="0"/>
        <a:ea typeface="ヒラギノ角ゴ ProN W3" charset="0"/>
        <a:cs typeface="ヒラギノ角ゴ ProN W3" charset="0"/>
        <a:sym typeface="Gill Sans" charset="0"/>
      </a:defRPr>
    </a:lvl7pPr>
    <a:lvl8pPr marL="1200150" algn="l" defTabSz="171450" rtl="0" eaLnBrk="1" latinLnBrk="0" hangingPunct="1">
      <a:defRPr sz="4100" kern="1200">
        <a:solidFill>
          <a:srgbClr val="000000"/>
        </a:solidFill>
        <a:latin typeface="Gill Sans" charset="0"/>
        <a:ea typeface="ヒラギノ角ゴ ProN W3" charset="0"/>
        <a:cs typeface="ヒラギノ角ゴ ProN W3" charset="0"/>
        <a:sym typeface="Gill Sans" charset="0"/>
      </a:defRPr>
    </a:lvl8pPr>
    <a:lvl9pPr marL="1371600" algn="l" defTabSz="171450" rtl="0" eaLnBrk="1" latinLnBrk="0" hangingPunct="1">
      <a:defRPr sz="4100" kern="1200">
        <a:solidFill>
          <a:srgbClr val="000000"/>
        </a:solidFill>
        <a:latin typeface="Gill Sans" charset="0"/>
        <a:ea typeface="ヒラギノ角ゴ ProN W3" charset="0"/>
        <a:cs typeface="ヒラギノ角ゴ ProN W3" charset="0"/>
        <a:sym typeface="Gill Sans"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othinamb12" initials="d" lastIdx="1" clrIdx="0">
    <p:extLst>
      <p:ext uri="{19B8F6BF-5375-455C-9EA6-DF929625EA0E}">
        <p15:presenceInfo xmlns:p15="http://schemas.microsoft.com/office/powerpoint/2012/main" userId="S::dothinamb12@gddtlongthanh.edu.vn::15157ab5-ae6d-4756-9e6a-7f048cae893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a:srgbClr val="FFCC00"/>
    <a:srgbClr val="0079A5"/>
    <a:srgbClr val="99CC00"/>
    <a:srgbClr val="06A3B6"/>
    <a:srgbClr val="DCDEE0"/>
    <a:srgbClr val="006086"/>
    <a:srgbClr val="66CCFF"/>
    <a:srgbClr val="AFF0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97" autoAdjust="0"/>
    <p:restoredTop sz="94660" autoAdjust="0"/>
  </p:normalViewPr>
  <p:slideViewPr>
    <p:cSldViewPr>
      <p:cViewPr varScale="1">
        <p:scale>
          <a:sx n="96" d="100"/>
          <a:sy n="96" d="100"/>
        </p:scale>
        <p:origin x="484" y="60"/>
      </p:cViewPr>
      <p:guideLst>
        <p:guide orient="horz" pos="1620"/>
        <p:guide pos="2880"/>
      </p:guideLst>
    </p:cSldViewPr>
  </p:slideViewPr>
  <p:outlineViewPr>
    <p:cViewPr>
      <p:scale>
        <a:sx n="33" d="100"/>
        <a:sy n="33" d="100"/>
      </p:scale>
      <p:origin x="0" y="384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5F0A1EBB-0D2C-4511-B54C-CE73DE945C3B}" type="datetimeFigureOut">
              <a:rPr lang="en-US" smtClean="0"/>
              <a:t>26/05/2024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49763CD2-8695-4F90-B9A3-3330CBF54B06}" type="slidenum">
              <a:rPr lang="en-US" smtClean="0"/>
              <a:t>‹#›</a:t>
            </a:fld>
            <a:endParaRPr lang="en-US"/>
          </a:p>
        </p:txBody>
      </p:sp>
    </p:spTree>
    <p:extLst>
      <p:ext uri="{BB962C8B-B14F-4D97-AF65-F5344CB8AC3E}">
        <p14:creationId xmlns:p14="http://schemas.microsoft.com/office/powerpoint/2010/main" val="1755725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9763CD2-8695-4F90-B9A3-3330CBF54B06}" type="slidenum">
              <a:rPr lang="en-US" smtClean="0"/>
              <a:t>1</a:t>
            </a:fld>
            <a:endParaRPr lang="en-US"/>
          </a:p>
        </p:txBody>
      </p:sp>
    </p:spTree>
    <p:extLst>
      <p:ext uri="{BB962C8B-B14F-4D97-AF65-F5344CB8AC3E}">
        <p14:creationId xmlns:p14="http://schemas.microsoft.com/office/powerpoint/2010/main" val="40192016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9763CD2-8695-4F90-B9A3-3330CBF54B06}" type="slidenum">
              <a:rPr lang="en-US" smtClean="0"/>
              <a:t>3</a:t>
            </a:fld>
            <a:endParaRPr lang="en-US"/>
          </a:p>
        </p:txBody>
      </p:sp>
    </p:spTree>
    <p:extLst>
      <p:ext uri="{BB962C8B-B14F-4D97-AF65-F5344CB8AC3E}">
        <p14:creationId xmlns:p14="http://schemas.microsoft.com/office/powerpoint/2010/main" val="3763128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37853-98FB-EA92-CFB7-F13EDAAEE2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0405C0-782A-B520-B38B-B7D12B611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E7D0C-3C7F-35A2-3625-12E679327FB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D8EE694-38D5-518D-2652-1D7C7338A0AF}"/>
              </a:ext>
            </a:extLst>
          </p:cNvPr>
          <p:cNvSpPr>
            <a:spLocks noGrp="1"/>
          </p:cNvSpPr>
          <p:nvPr>
            <p:ph type="sldNum" sz="quarter" idx="10"/>
          </p:nvPr>
        </p:nvSpPr>
        <p:spPr/>
        <p:txBody>
          <a:bodyPr/>
          <a:lstStyle/>
          <a:p>
            <a:fld id="{49763CD2-8695-4F90-B9A3-3330CBF54B06}" type="slidenum">
              <a:rPr lang="en-US" smtClean="0"/>
              <a:t>6</a:t>
            </a:fld>
            <a:endParaRPr lang="en-US"/>
          </a:p>
        </p:txBody>
      </p:sp>
    </p:spTree>
    <p:extLst>
      <p:ext uri="{BB962C8B-B14F-4D97-AF65-F5344CB8AC3E}">
        <p14:creationId xmlns:p14="http://schemas.microsoft.com/office/powerpoint/2010/main" val="510268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37853-98FB-EA92-CFB7-F13EDAAEE2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0405C0-782A-B520-B38B-B7D12B611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E7D0C-3C7F-35A2-3625-12E679327FB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D8EE694-38D5-518D-2652-1D7C7338A0AF}"/>
              </a:ext>
            </a:extLst>
          </p:cNvPr>
          <p:cNvSpPr>
            <a:spLocks noGrp="1"/>
          </p:cNvSpPr>
          <p:nvPr>
            <p:ph type="sldNum" sz="quarter" idx="10"/>
          </p:nvPr>
        </p:nvSpPr>
        <p:spPr/>
        <p:txBody>
          <a:bodyPr/>
          <a:lstStyle/>
          <a:p>
            <a:fld id="{49763CD2-8695-4F90-B9A3-3330CBF54B06}" type="slidenum">
              <a:rPr lang="en-US" smtClean="0"/>
              <a:t>7</a:t>
            </a:fld>
            <a:endParaRPr lang="en-US"/>
          </a:p>
        </p:txBody>
      </p:sp>
    </p:spTree>
    <p:extLst>
      <p:ext uri="{BB962C8B-B14F-4D97-AF65-F5344CB8AC3E}">
        <p14:creationId xmlns:p14="http://schemas.microsoft.com/office/powerpoint/2010/main" val="1906735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4EAB9-368B-E28A-6A0C-B1E396EA9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03492E-91B2-A8F3-35DA-81D6D3CDDB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126E27-D810-614F-C99B-18389CABA2D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A0843B8-C1BD-29DA-FEDA-958A29F24E9F}"/>
              </a:ext>
            </a:extLst>
          </p:cNvPr>
          <p:cNvSpPr>
            <a:spLocks noGrp="1"/>
          </p:cNvSpPr>
          <p:nvPr>
            <p:ph type="sldNum" sz="quarter" idx="10"/>
          </p:nvPr>
        </p:nvSpPr>
        <p:spPr/>
        <p:txBody>
          <a:bodyPr/>
          <a:lstStyle/>
          <a:p>
            <a:fld id="{49763CD2-8695-4F90-B9A3-3330CBF54B06}" type="slidenum">
              <a:rPr lang="en-US" smtClean="0"/>
              <a:t>8</a:t>
            </a:fld>
            <a:endParaRPr lang="en-US"/>
          </a:p>
        </p:txBody>
      </p:sp>
    </p:spTree>
    <p:extLst>
      <p:ext uri="{BB962C8B-B14F-4D97-AF65-F5344CB8AC3E}">
        <p14:creationId xmlns:p14="http://schemas.microsoft.com/office/powerpoint/2010/main" val="3114971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4EAB9-368B-E28A-6A0C-B1E396EA9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03492E-91B2-A8F3-35DA-81D6D3CDDB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126E27-D810-614F-C99B-18389CABA2D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A0843B8-C1BD-29DA-FEDA-958A29F24E9F}"/>
              </a:ext>
            </a:extLst>
          </p:cNvPr>
          <p:cNvSpPr>
            <a:spLocks noGrp="1"/>
          </p:cNvSpPr>
          <p:nvPr>
            <p:ph type="sldNum" sz="quarter" idx="10"/>
          </p:nvPr>
        </p:nvSpPr>
        <p:spPr/>
        <p:txBody>
          <a:bodyPr/>
          <a:lstStyle/>
          <a:p>
            <a:fld id="{49763CD2-8695-4F90-B9A3-3330CBF54B06}" type="slidenum">
              <a:rPr lang="en-US" smtClean="0"/>
              <a:t>9</a:t>
            </a:fld>
            <a:endParaRPr lang="en-US"/>
          </a:p>
        </p:txBody>
      </p:sp>
    </p:spTree>
    <p:extLst>
      <p:ext uri="{BB962C8B-B14F-4D97-AF65-F5344CB8AC3E}">
        <p14:creationId xmlns:p14="http://schemas.microsoft.com/office/powerpoint/2010/main" val="2559106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4EAB9-368B-E28A-6A0C-B1E396EA9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03492E-91B2-A8F3-35DA-81D6D3CDDB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126E27-D810-614F-C99B-18389CABA2D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A0843B8-C1BD-29DA-FEDA-958A29F24E9F}"/>
              </a:ext>
            </a:extLst>
          </p:cNvPr>
          <p:cNvSpPr>
            <a:spLocks noGrp="1"/>
          </p:cNvSpPr>
          <p:nvPr>
            <p:ph type="sldNum" sz="quarter" idx="10"/>
          </p:nvPr>
        </p:nvSpPr>
        <p:spPr/>
        <p:txBody>
          <a:bodyPr/>
          <a:lstStyle/>
          <a:p>
            <a:fld id="{49763CD2-8695-4F90-B9A3-3330CBF54B06}" type="slidenum">
              <a:rPr lang="en-US" smtClean="0"/>
              <a:t>10</a:t>
            </a:fld>
            <a:endParaRPr lang="en-US"/>
          </a:p>
        </p:txBody>
      </p:sp>
    </p:spTree>
    <p:extLst>
      <p:ext uri="{BB962C8B-B14F-4D97-AF65-F5344CB8AC3E}">
        <p14:creationId xmlns:p14="http://schemas.microsoft.com/office/powerpoint/2010/main" val="106446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4EAB9-368B-E28A-6A0C-B1E396EA9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03492E-91B2-A8F3-35DA-81D6D3CDDB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126E27-D810-614F-C99B-18389CABA2D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A0843B8-C1BD-29DA-FEDA-958A29F24E9F}"/>
              </a:ext>
            </a:extLst>
          </p:cNvPr>
          <p:cNvSpPr>
            <a:spLocks noGrp="1"/>
          </p:cNvSpPr>
          <p:nvPr>
            <p:ph type="sldNum" sz="quarter" idx="10"/>
          </p:nvPr>
        </p:nvSpPr>
        <p:spPr/>
        <p:txBody>
          <a:bodyPr/>
          <a:lstStyle/>
          <a:p>
            <a:fld id="{49763CD2-8695-4F90-B9A3-3330CBF54B06}" type="slidenum">
              <a:rPr lang="en-US" smtClean="0"/>
              <a:t>11</a:t>
            </a:fld>
            <a:endParaRPr lang="en-US"/>
          </a:p>
        </p:txBody>
      </p:sp>
    </p:spTree>
    <p:extLst>
      <p:ext uri="{BB962C8B-B14F-4D97-AF65-F5344CB8AC3E}">
        <p14:creationId xmlns:p14="http://schemas.microsoft.com/office/powerpoint/2010/main" val="23946282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4EAB9-368B-E28A-6A0C-B1E396EA9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03492E-91B2-A8F3-35DA-81D6D3CDDB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126E27-D810-614F-C99B-18389CABA2D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A0843B8-C1BD-29DA-FEDA-958A29F24E9F}"/>
              </a:ext>
            </a:extLst>
          </p:cNvPr>
          <p:cNvSpPr>
            <a:spLocks noGrp="1"/>
          </p:cNvSpPr>
          <p:nvPr>
            <p:ph type="sldNum" sz="quarter" idx="10"/>
          </p:nvPr>
        </p:nvSpPr>
        <p:spPr/>
        <p:txBody>
          <a:bodyPr/>
          <a:lstStyle/>
          <a:p>
            <a:fld id="{49763CD2-8695-4F90-B9A3-3330CBF54B06}" type="slidenum">
              <a:rPr lang="en-US" smtClean="0"/>
              <a:t>12</a:t>
            </a:fld>
            <a:endParaRPr lang="en-US"/>
          </a:p>
        </p:txBody>
      </p:sp>
    </p:spTree>
    <p:extLst>
      <p:ext uri="{BB962C8B-B14F-4D97-AF65-F5344CB8AC3E}">
        <p14:creationId xmlns:p14="http://schemas.microsoft.com/office/powerpoint/2010/main" val="13174457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4EAB9-368B-E28A-6A0C-B1E396EA9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03492E-91B2-A8F3-35DA-81D6D3CDDB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126E27-D810-614F-C99B-18389CABA2D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A0843B8-C1BD-29DA-FEDA-958A29F24E9F}"/>
              </a:ext>
            </a:extLst>
          </p:cNvPr>
          <p:cNvSpPr>
            <a:spLocks noGrp="1"/>
          </p:cNvSpPr>
          <p:nvPr>
            <p:ph type="sldNum" sz="quarter" idx="10"/>
          </p:nvPr>
        </p:nvSpPr>
        <p:spPr/>
        <p:txBody>
          <a:bodyPr/>
          <a:lstStyle/>
          <a:p>
            <a:fld id="{49763CD2-8695-4F90-B9A3-3330CBF54B06}" type="slidenum">
              <a:rPr lang="en-US" smtClean="0"/>
              <a:t>13</a:t>
            </a:fld>
            <a:endParaRPr lang="en-US"/>
          </a:p>
        </p:txBody>
      </p:sp>
    </p:spTree>
    <p:extLst>
      <p:ext uri="{BB962C8B-B14F-4D97-AF65-F5344CB8AC3E}">
        <p14:creationId xmlns:p14="http://schemas.microsoft.com/office/powerpoint/2010/main" val="33359223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1F7CC-3624-AC61-444E-829A8283A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D73AD-5D76-AB41-D619-67DD802D7A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2E81A1-10D9-F7E6-16EA-B2DB20F5D6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DFE5A5-CA39-C815-F7A0-A1CE2D7CEA95}"/>
              </a:ext>
            </a:extLst>
          </p:cNvPr>
          <p:cNvSpPr>
            <a:spLocks noGrp="1"/>
          </p:cNvSpPr>
          <p:nvPr>
            <p:ph type="sldNum" sz="quarter" idx="10"/>
          </p:nvPr>
        </p:nvSpPr>
        <p:spPr/>
        <p:txBody>
          <a:bodyPr/>
          <a:lstStyle/>
          <a:p>
            <a:fld id="{49763CD2-8695-4F90-B9A3-3330CBF54B06}" type="slidenum">
              <a:rPr lang="en-US" smtClean="0"/>
              <a:t>14</a:t>
            </a:fld>
            <a:endParaRPr lang="en-US"/>
          </a:p>
        </p:txBody>
      </p:sp>
    </p:spTree>
    <p:extLst>
      <p:ext uri="{BB962C8B-B14F-4D97-AF65-F5344CB8AC3E}">
        <p14:creationId xmlns:p14="http://schemas.microsoft.com/office/powerpoint/2010/main" val="3117687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1F7CC-3624-AC61-444E-829A8283A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D73AD-5D76-AB41-D619-67DD802D7A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2E81A1-10D9-F7E6-16EA-B2DB20F5D6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DFE5A5-CA39-C815-F7A0-A1CE2D7CEA95}"/>
              </a:ext>
            </a:extLst>
          </p:cNvPr>
          <p:cNvSpPr>
            <a:spLocks noGrp="1"/>
          </p:cNvSpPr>
          <p:nvPr>
            <p:ph type="sldNum" sz="quarter" idx="10"/>
          </p:nvPr>
        </p:nvSpPr>
        <p:spPr/>
        <p:txBody>
          <a:bodyPr/>
          <a:lstStyle/>
          <a:p>
            <a:fld id="{49763CD2-8695-4F90-B9A3-3330CBF54B06}" type="slidenum">
              <a:rPr lang="en-US" smtClean="0"/>
              <a:t>15</a:t>
            </a:fld>
            <a:endParaRPr lang="en-US"/>
          </a:p>
        </p:txBody>
      </p:sp>
    </p:spTree>
    <p:extLst>
      <p:ext uri="{BB962C8B-B14F-4D97-AF65-F5344CB8AC3E}">
        <p14:creationId xmlns:p14="http://schemas.microsoft.com/office/powerpoint/2010/main" val="4260005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1F7CC-3624-AC61-444E-829A8283A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D73AD-5D76-AB41-D619-67DD802D7A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2E81A1-10D9-F7E6-16EA-B2DB20F5D6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DFE5A5-CA39-C815-F7A0-A1CE2D7CEA95}"/>
              </a:ext>
            </a:extLst>
          </p:cNvPr>
          <p:cNvSpPr>
            <a:spLocks noGrp="1"/>
          </p:cNvSpPr>
          <p:nvPr>
            <p:ph type="sldNum" sz="quarter" idx="10"/>
          </p:nvPr>
        </p:nvSpPr>
        <p:spPr/>
        <p:txBody>
          <a:bodyPr/>
          <a:lstStyle/>
          <a:p>
            <a:fld id="{49763CD2-8695-4F90-B9A3-3330CBF54B06}" type="slidenum">
              <a:rPr lang="en-US" smtClean="0"/>
              <a:t>16</a:t>
            </a:fld>
            <a:endParaRPr lang="en-US"/>
          </a:p>
        </p:txBody>
      </p:sp>
    </p:spTree>
    <p:extLst>
      <p:ext uri="{BB962C8B-B14F-4D97-AF65-F5344CB8AC3E}">
        <p14:creationId xmlns:p14="http://schemas.microsoft.com/office/powerpoint/2010/main" val="939885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1F7CC-3624-AC61-444E-829A8283A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D73AD-5D76-AB41-D619-67DD802D7A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2E81A1-10D9-F7E6-16EA-B2DB20F5D6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DFE5A5-CA39-C815-F7A0-A1CE2D7CEA95}"/>
              </a:ext>
            </a:extLst>
          </p:cNvPr>
          <p:cNvSpPr>
            <a:spLocks noGrp="1"/>
          </p:cNvSpPr>
          <p:nvPr>
            <p:ph type="sldNum" sz="quarter" idx="10"/>
          </p:nvPr>
        </p:nvSpPr>
        <p:spPr/>
        <p:txBody>
          <a:bodyPr/>
          <a:lstStyle/>
          <a:p>
            <a:fld id="{49763CD2-8695-4F90-B9A3-3330CBF54B06}" type="slidenum">
              <a:rPr lang="en-US" smtClean="0"/>
              <a:t>17</a:t>
            </a:fld>
            <a:endParaRPr lang="en-US"/>
          </a:p>
        </p:txBody>
      </p:sp>
    </p:spTree>
    <p:extLst>
      <p:ext uri="{BB962C8B-B14F-4D97-AF65-F5344CB8AC3E}">
        <p14:creationId xmlns:p14="http://schemas.microsoft.com/office/powerpoint/2010/main" val="17908166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1F7CC-3624-AC61-444E-829A8283A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D73AD-5D76-AB41-D619-67DD802D7A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2E81A1-10D9-F7E6-16EA-B2DB20F5D6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DFE5A5-CA39-C815-F7A0-A1CE2D7CEA95}"/>
              </a:ext>
            </a:extLst>
          </p:cNvPr>
          <p:cNvSpPr>
            <a:spLocks noGrp="1"/>
          </p:cNvSpPr>
          <p:nvPr>
            <p:ph type="sldNum" sz="quarter" idx="10"/>
          </p:nvPr>
        </p:nvSpPr>
        <p:spPr/>
        <p:txBody>
          <a:bodyPr/>
          <a:lstStyle/>
          <a:p>
            <a:fld id="{49763CD2-8695-4F90-B9A3-3330CBF54B06}" type="slidenum">
              <a:rPr lang="en-US" smtClean="0"/>
              <a:t>18</a:t>
            </a:fld>
            <a:endParaRPr lang="en-US"/>
          </a:p>
        </p:txBody>
      </p:sp>
    </p:spTree>
    <p:extLst>
      <p:ext uri="{BB962C8B-B14F-4D97-AF65-F5344CB8AC3E}">
        <p14:creationId xmlns:p14="http://schemas.microsoft.com/office/powerpoint/2010/main" val="19573221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1F7CC-3624-AC61-444E-829A8283A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D73AD-5D76-AB41-D619-67DD802D7A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2E81A1-10D9-F7E6-16EA-B2DB20F5D6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DFE5A5-CA39-C815-F7A0-A1CE2D7CEA95}"/>
              </a:ext>
            </a:extLst>
          </p:cNvPr>
          <p:cNvSpPr>
            <a:spLocks noGrp="1"/>
          </p:cNvSpPr>
          <p:nvPr>
            <p:ph type="sldNum" sz="quarter" idx="10"/>
          </p:nvPr>
        </p:nvSpPr>
        <p:spPr/>
        <p:txBody>
          <a:bodyPr/>
          <a:lstStyle/>
          <a:p>
            <a:fld id="{49763CD2-8695-4F90-B9A3-3330CBF54B06}" type="slidenum">
              <a:rPr lang="en-US" smtClean="0"/>
              <a:t>19</a:t>
            </a:fld>
            <a:endParaRPr lang="en-US"/>
          </a:p>
        </p:txBody>
      </p:sp>
    </p:spTree>
    <p:extLst>
      <p:ext uri="{BB962C8B-B14F-4D97-AF65-F5344CB8AC3E}">
        <p14:creationId xmlns:p14="http://schemas.microsoft.com/office/powerpoint/2010/main" val="29637271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1F7CC-3624-AC61-444E-829A8283A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D73AD-5D76-AB41-D619-67DD802D7A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2E81A1-10D9-F7E6-16EA-B2DB20F5D6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DFE5A5-CA39-C815-F7A0-A1CE2D7CEA95}"/>
              </a:ext>
            </a:extLst>
          </p:cNvPr>
          <p:cNvSpPr>
            <a:spLocks noGrp="1"/>
          </p:cNvSpPr>
          <p:nvPr>
            <p:ph type="sldNum" sz="quarter" idx="10"/>
          </p:nvPr>
        </p:nvSpPr>
        <p:spPr/>
        <p:txBody>
          <a:bodyPr/>
          <a:lstStyle/>
          <a:p>
            <a:fld id="{49763CD2-8695-4F90-B9A3-3330CBF54B06}" type="slidenum">
              <a:rPr lang="en-US" smtClean="0"/>
              <a:t>20</a:t>
            </a:fld>
            <a:endParaRPr lang="en-US"/>
          </a:p>
        </p:txBody>
      </p:sp>
    </p:spTree>
    <p:extLst>
      <p:ext uri="{BB962C8B-B14F-4D97-AF65-F5344CB8AC3E}">
        <p14:creationId xmlns:p14="http://schemas.microsoft.com/office/powerpoint/2010/main" val="16261780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9763CD2-8695-4F90-B9A3-3330CBF54B06}" type="slidenum">
              <a:rPr lang="en-US" smtClean="0"/>
              <a:t>21</a:t>
            </a:fld>
            <a:endParaRPr lang="en-US"/>
          </a:p>
        </p:txBody>
      </p:sp>
    </p:spTree>
    <p:extLst>
      <p:ext uri="{BB962C8B-B14F-4D97-AF65-F5344CB8AC3E}">
        <p14:creationId xmlns:p14="http://schemas.microsoft.com/office/powerpoint/2010/main" val="1496002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a:prstGeom prst="rect">
            <a:avLst/>
          </a:prstGeom>
        </p:spPr>
        <p:txBody>
          <a:bodyPr lIns="34290" tIns="17145" rIns="34290" bIns="17145"/>
          <a:lstStyle/>
          <a:p>
            <a:r>
              <a:rPr lang="en-US"/>
              <a:t>Click to edit Master title style</a:t>
            </a:r>
          </a:p>
        </p:txBody>
      </p:sp>
      <p:sp>
        <p:nvSpPr>
          <p:cNvPr id="3" name="Subtitle 2"/>
          <p:cNvSpPr>
            <a:spLocks noGrp="1"/>
          </p:cNvSpPr>
          <p:nvPr>
            <p:ph type="subTitle" idx="1"/>
          </p:nvPr>
        </p:nvSpPr>
        <p:spPr>
          <a:xfrm>
            <a:off x="1371600" y="2914650"/>
            <a:ext cx="6400800" cy="1314450"/>
          </a:xfrm>
          <a:prstGeom prst="rect">
            <a:avLst/>
          </a:prstGeom>
        </p:spPr>
        <p:txBody>
          <a:bodyPr lIns="34290" tIns="17145" rIns="34290" bIns="17145"/>
          <a:lstStyle>
            <a:lvl1pPr marL="0" indent="0" algn="ctr">
              <a:buNone/>
              <a:defRPr/>
            </a:lvl1pPr>
            <a:lvl2pPr marL="171450" indent="0" algn="ctr">
              <a:buNone/>
              <a:defRPr/>
            </a:lvl2pPr>
            <a:lvl3pPr marL="342900" indent="0" algn="ctr">
              <a:buNone/>
              <a:defRPr/>
            </a:lvl3pPr>
            <a:lvl4pPr marL="514350" indent="0" algn="ctr">
              <a:buNone/>
              <a:defRPr/>
            </a:lvl4pPr>
            <a:lvl5pPr marL="685800" indent="0" algn="ctr">
              <a:buNone/>
              <a:defRPr/>
            </a:lvl5pPr>
            <a:lvl6pPr marL="857250" indent="0" algn="ctr">
              <a:buNone/>
              <a:defRPr/>
            </a:lvl6pPr>
            <a:lvl7pPr marL="1028700" indent="0" algn="ctr">
              <a:buNone/>
              <a:defRPr/>
            </a:lvl7pPr>
            <a:lvl8pPr marL="1200150" indent="0" algn="ctr">
              <a:buNone/>
              <a:defRPr/>
            </a:lvl8pPr>
            <a:lvl9pPr marL="1371600" indent="0" algn="ctr">
              <a:buNone/>
              <a:defRPr/>
            </a:lvl9pPr>
          </a:lstStyle>
          <a:p>
            <a:r>
              <a:rPr lang="en-US"/>
              <a:t>Click to edit Master subtitle style</a:t>
            </a:r>
          </a:p>
        </p:txBody>
      </p:sp>
    </p:spTree>
    <p:extLst>
      <p:ext uri="{BB962C8B-B14F-4D97-AF65-F5344CB8AC3E}">
        <p14:creationId xmlns:p14="http://schemas.microsoft.com/office/powerpoint/2010/main" val="31925544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a:prstGeom prst="rect">
            <a:avLst/>
          </a:prstGeom>
        </p:spPr>
        <p:txBody>
          <a:bodyPr lIns="34290" tIns="17145" rIns="34290" bIns="17145"/>
          <a:lstStyle/>
          <a:p>
            <a:r>
              <a:rPr lang="en-US"/>
              <a:t>Click to edit Master title style</a:t>
            </a:r>
          </a:p>
        </p:txBody>
      </p:sp>
      <p:sp>
        <p:nvSpPr>
          <p:cNvPr id="3" name="Content Placeholder 2"/>
          <p:cNvSpPr>
            <a:spLocks noGrp="1"/>
          </p:cNvSpPr>
          <p:nvPr>
            <p:ph idx="1"/>
          </p:nvPr>
        </p:nvSpPr>
        <p:spPr>
          <a:xfrm>
            <a:off x="457200" y="1200151"/>
            <a:ext cx="8229600" cy="3394472"/>
          </a:xfrm>
          <a:prstGeom prst="rect">
            <a:avLst/>
          </a:prstGeom>
        </p:spPr>
        <p:txBody>
          <a:bodyPr lIns="34290" tIns="17145" rIns="34290" bIns="17145"/>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46212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114" y="3305176"/>
            <a:ext cx="7772400" cy="1021556"/>
          </a:xfrm>
          <a:prstGeom prst="rect">
            <a:avLst/>
          </a:prstGeom>
        </p:spPr>
        <p:txBody>
          <a:bodyPr lIns="34290" tIns="17145" rIns="34290" bIns="17145" anchor="t"/>
          <a:lstStyle>
            <a:lvl1pPr algn="l">
              <a:defRPr sz="1500" b="1" cap="all"/>
            </a:lvl1pPr>
          </a:lstStyle>
          <a:p>
            <a:r>
              <a:rPr lang="en-US"/>
              <a:t>Click to edit Master title style</a:t>
            </a:r>
          </a:p>
        </p:txBody>
      </p:sp>
      <p:sp>
        <p:nvSpPr>
          <p:cNvPr id="3" name="Text Placeholder 2"/>
          <p:cNvSpPr>
            <a:spLocks noGrp="1"/>
          </p:cNvSpPr>
          <p:nvPr>
            <p:ph type="body" idx="1"/>
          </p:nvPr>
        </p:nvSpPr>
        <p:spPr>
          <a:xfrm>
            <a:off x="722114" y="2180036"/>
            <a:ext cx="7772400" cy="1125141"/>
          </a:xfrm>
          <a:prstGeom prst="rect">
            <a:avLst/>
          </a:prstGeom>
        </p:spPr>
        <p:txBody>
          <a:bodyPr lIns="34290" tIns="17145" rIns="34290" bIns="17145" anchor="b"/>
          <a:lstStyle>
            <a:lvl1pPr marL="0" indent="0">
              <a:buNone/>
              <a:defRPr sz="800"/>
            </a:lvl1pPr>
            <a:lvl2pPr marL="171450" indent="0">
              <a:buNone/>
              <a:defRPr sz="700"/>
            </a:lvl2pPr>
            <a:lvl3pPr marL="342900" indent="0">
              <a:buNone/>
              <a:defRPr sz="600"/>
            </a:lvl3pPr>
            <a:lvl4pPr marL="514350" indent="0">
              <a:buNone/>
              <a:defRPr sz="500"/>
            </a:lvl4pPr>
            <a:lvl5pPr marL="685800" indent="0">
              <a:buNone/>
              <a:defRPr sz="500"/>
            </a:lvl5pPr>
            <a:lvl6pPr marL="857250" indent="0">
              <a:buNone/>
              <a:defRPr sz="500"/>
            </a:lvl6pPr>
            <a:lvl7pPr marL="1028700" indent="0">
              <a:buNone/>
              <a:defRPr sz="500"/>
            </a:lvl7pPr>
            <a:lvl8pPr marL="1200150" indent="0">
              <a:buNone/>
              <a:defRPr sz="500"/>
            </a:lvl8pPr>
            <a:lvl9pPr marL="1371600" indent="0">
              <a:buNone/>
              <a:defRPr sz="500"/>
            </a:lvl9pPr>
          </a:lstStyle>
          <a:p>
            <a:pPr lvl="0"/>
            <a:r>
              <a:rPr lang="en-US"/>
              <a:t>Click to edit Master text styles</a:t>
            </a:r>
          </a:p>
        </p:txBody>
      </p:sp>
    </p:spTree>
    <p:extLst>
      <p:ext uri="{BB962C8B-B14F-4D97-AF65-F5344CB8AC3E}">
        <p14:creationId xmlns:p14="http://schemas.microsoft.com/office/powerpoint/2010/main" val="9098712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a:prstGeom prst="rect">
            <a:avLst/>
          </a:prstGeom>
        </p:spPr>
        <p:txBody>
          <a:bodyPr lIns="34290" tIns="17145" rIns="34290" bIns="17145"/>
          <a:lstStyle/>
          <a:p>
            <a:r>
              <a:rPr lang="en-US"/>
              <a:t>Click to edit Master title style</a:t>
            </a:r>
          </a:p>
        </p:txBody>
      </p:sp>
      <p:sp>
        <p:nvSpPr>
          <p:cNvPr id="3" name="Content Placeholder 2"/>
          <p:cNvSpPr>
            <a:spLocks noGrp="1"/>
          </p:cNvSpPr>
          <p:nvPr>
            <p:ph sz="half" idx="1"/>
          </p:nvPr>
        </p:nvSpPr>
        <p:spPr>
          <a:xfrm>
            <a:off x="457206" y="1200151"/>
            <a:ext cx="4086225" cy="3394472"/>
          </a:xfrm>
          <a:prstGeom prst="rect">
            <a:avLst/>
          </a:prstGeom>
        </p:spPr>
        <p:txBody>
          <a:bodyPr lIns="34290" tIns="17145" rIns="34290" bIns="17145"/>
          <a:lstStyle>
            <a:lvl1pPr>
              <a:defRPr sz="1100"/>
            </a:lvl1pPr>
            <a:lvl2pPr>
              <a:defRPr sz="900"/>
            </a:lvl2pPr>
            <a:lvl3pPr>
              <a:defRPr sz="800"/>
            </a:lvl3pPr>
            <a:lvl4pPr>
              <a:defRPr sz="700"/>
            </a:lvl4pPr>
            <a:lvl5pPr>
              <a:defRPr sz="700"/>
            </a:lvl5pPr>
            <a:lvl6pPr>
              <a:defRPr sz="700"/>
            </a:lvl6pPr>
            <a:lvl7pPr>
              <a:defRPr sz="700"/>
            </a:lvl7pPr>
            <a:lvl8pPr>
              <a:defRPr sz="700"/>
            </a:lvl8pPr>
            <a:lvl9pPr>
              <a:defRPr sz="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00581" y="1200151"/>
            <a:ext cx="4086225" cy="3394472"/>
          </a:xfrm>
          <a:prstGeom prst="rect">
            <a:avLst/>
          </a:prstGeom>
        </p:spPr>
        <p:txBody>
          <a:bodyPr lIns="34290" tIns="17145" rIns="34290" bIns="17145"/>
          <a:lstStyle>
            <a:lvl1pPr>
              <a:defRPr sz="1100"/>
            </a:lvl1pPr>
            <a:lvl2pPr>
              <a:defRPr sz="900"/>
            </a:lvl2pPr>
            <a:lvl3pPr>
              <a:defRPr sz="800"/>
            </a:lvl3pPr>
            <a:lvl4pPr>
              <a:defRPr sz="700"/>
            </a:lvl4pPr>
            <a:lvl5pPr>
              <a:defRPr sz="700"/>
            </a:lvl5pPr>
            <a:lvl6pPr>
              <a:defRPr sz="700"/>
            </a:lvl6pPr>
            <a:lvl7pPr>
              <a:defRPr sz="700"/>
            </a:lvl7pPr>
            <a:lvl8pPr>
              <a:defRPr sz="700"/>
            </a:lvl8pPr>
            <a:lvl9pPr>
              <a:defRPr sz="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832327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a:prstGeom prst="rect">
            <a:avLst/>
          </a:prstGeom>
        </p:spPr>
        <p:txBody>
          <a:bodyPr lIns="34290" tIns="17145" rIns="34290" bIns="17145"/>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386" cy="479822"/>
          </a:xfrm>
          <a:prstGeom prst="rect">
            <a:avLst/>
          </a:prstGeom>
        </p:spPr>
        <p:txBody>
          <a:bodyPr lIns="34290" tIns="17145" rIns="34290" bIns="17145" anchor="b"/>
          <a:lstStyle>
            <a:lvl1pPr marL="0" indent="0">
              <a:buNone/>
              <a:defRPr sz="900" b="1"/>
            </a:lvl1pPr>
            <a:lvl2pPr marL="171450" indent="0">
              <a:buNone/>
              <a:defRPr sz="800" b="1"/>
            </a:lvl2pPr>
            <a:lvl3pPr marL="342900" indent="0">
              <a:buNone/>
              <a:defRPr sz="700" b="1"/>
            </a:lvl3pPr>
            <a:lvl4pPr marL="514350" indent="0">
              <a:buNone/>
              <a:defRPr sz="600" b="1"/>
            </a:lvl4pPr>
            <a:lvl5pPr marL="685800" indent="0">
              <a:buNone/>
              <a:defRPr sz="600" b="1"/>
            </a:lvl5pPr>
            <a:lvl6pPr marL="857250" indent="0">
              <a:buNone/>
              <a:defRPr sz="600" b="1"/>
            </a:lvl6pPr>
            <a:lvl7pPr marL="1028700" indent="0">
              <a:buNone/>
              <a:defRPr sz="600" b="1"/>
            </a:lvl7pPr>
            <a:lvl8pPr marL="1200150" indent="0">
              <a:buNone/>
              <a:defRPr sz="600" b="1"/>
            </a:lvl8pPr>
            <a:lvl9pPr marL="1371600" indent="0">
              <a:buNone/>
              <a:defRPr sz="600" b="1"/>
            </a:lvl9pPr>
          </a:lstStyle>
          <a:p>
            <a:pPr lvl="0"/>
            <a:r>
              <a:rPr lang="en-US"/>
              <a:t>Click to edit Master text styles</a:t>
            </a:r>
          </a:p>
        </p:txBody>
      </p:sp>
      <p:sp>
        <p:nvSpPr>
          <p:cNvPr id="4" name="Content Placeholder 3"/>
          <p:cNvSpPr>
            <a:spLocks noGrp="1"/>
          </p:cNvSpPr>
          <p:nvPr>
            <p:ph sz="half" idx="2"/>
          </p:nvPr>
        </p:nvSpPr>
        <p:spPr>
          <a:xfrm>
            <a:off x="457200" y="1631156"/>
            <a:ext cx="4040386" cy="2963466"/>
          </a:xfrm>
          <a:prstGeom prst="rect">
            <a:avLst/>
          </a:prstGeom>
        </p:spPr>
        <p:txBody>
          <a:bodyPr lIns="34290" tIns="17145" rIns="34290" bIns="17145"/>
          <a:lstStyle>
            <a:lvl1pPr>
              <a:defRPr sz="900"/>
            </a:lvl1pPr>
            <a:lvl2pPr>
              <a:defRPr sz="800"/>
            </a:lvl2pPr>
            <a:lvl3pPr>
              <a:defRPr sz="700"/>
            </a:lvl3pPr>
            <a:lvl4pPr>
              <a:defRPr sz="600"/>
            </a:lvl4pPr>
            <a:lvl5pPr>
              <a:defRPr sz="600"/>
            </a:lvl5pPr>
            <a:lvl6pPr>
              <a:defRPr sz="600"/>
            </a:lvl6pPr>
            <a:lvl7pPr>
              <a:defRPr sz="600"/>
            </a:lvl7pPr>
            <a:lvl8pPr>
              <a:defRPr sz="600"/>
            </a:lvl8pPr>
            <a:lvl9pPr>
              <a:defRPr sz="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224" y="1151335"/>
            <a:ext cx="4041576" cy="479822"/>
          </a:xfrm>
          <a:prstGeom prst="rect">
            <a:avLst/>
          </a:prstGeom>
        </p:spPr>
        <p:txBody>
          <a:bodyPr lIns="34290" tIns="17145" rIns="34290" bIns="17145" anchor="b"/>
          <a:lstStyle>
            <a:lvl1pPr marL="0" indent="0">
              <a:buNone/>
              <a:defRPr sz="900" b="1"/>
            </a:lvl1pPr>
            <a:lvl2pPr marL="171450" indent="0">
              <a:buNone/>
              <a:defRPr sz="800" b="1"/>
            </a:lvl2pPr>
            <a:lvl3pPr marL="342900" indent="0">
              <a:buNone/>
              <a:defRPr sz="700" b="1"/>
            </a:lvl3pPr>
            <a:lvl4pPr marL="514350" indent="0">
              <a:buNone/>
              <a:defRPr sz="600" b="1"/>
            </a:lvl4pPr>
            <a:lvl5pPr marL="685800" indent="0">
              <a:buNone/>
              <a:defRPr sz="600" b="1"/>
            </a:lvl5pPr>
            <a:lvl6pPr marL="857250" indent="0">
              <a:buNone/>
              <a:defRPr sz="600" b="1"/>
            </a:lvl6pPr>
            <a:lvl7pPr marL="1028700" indent="0">
              <a:buNone/>
              <a:defRPr sz="600" b="1"/>
            </a:lvl7pPr>
            <a:lvl8pPr marL="1200150" indent="0">
              <a:buNone/>
              <a:defRPr sz="600" b="1"/>
            </a:lvl8pPr>
            <a:lvl9pPr marL="1371600" indent="0">
              <a:buNone/>
              <a:defRPr sz="600" b="1"/>
            </a:lvl9pPr>
          </a:lstStyle>
          <a:p>
            <a:pPr lvl="0"/>
            <a:r>
              <a:rPr lang="en-US"/>
              <a:t>Click to edit Master text styles</a:t>
            </a:r>
          </a:p>
        </p:txBody>
      </p:sp>
      <p:sp>
        <p:nvSpPr>
          <p:cNvPr id="6" name="Content Placeholder 5"/>
          <p:cNvSpPr>
            <a:spLocks noGrp="1"/>
          </p:cNvSpPr>
          <p:nvPr>
            <p:ph sz="quarter" idx="4"/>
          </p:nvPr>
        </p:nvSpPr>
        <p:spPr>
          <a:xfrm>
            <a:off x="4645224" y="1631156"/>
            <a:ext cx="4041576" cy="2963466"/>
          </a:xfrm>
          <a:prstGeom prst="rect">
            <a:avLst/>
          </a:prstGeom>
        </p:spPr>
        <p:txBody>
          <a:bodyPr lIns="34290" tIns="17145" rIns="34290" bIns="17145"/>
          <a:lstStyle>
            <a:lvl1pPr>
              <a:defRPr sz="900"/>
            </a:lvl1pPr>
            <a:lvl2pPr>
              <a:defRPr sz="800"/>
            </a:lvl2pPr>
            <a:lvl3pPr>
              <a:defRPr sz="700"/>
            </a:lvl3pPr>
            <a:lvl4pPr>
              <a:defRPr sz="600"/>
            </a:lvl4pPr>
            <a:lvl5pPr>
              <a:defRPr sz="600"/>
            </a:lvl5pPr>
            <a:lvl6pPr>
              <a:defRPr sz="600"/>
            </a:lvl6pPr>
            <a:lvl7pPr>
              <a:defRPr sz="600"/>
            </a:lvl7pPr>
            <a:lvl8pPr>
              <a:defRPr sz="600"/>
            </a:lvl8pPr>
            <a:lvl9pPr>
              <a:defRPr sz="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804614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a:prstGeom prst="rect">
            <a:avLst/>
          </a:prstGeom>
        </p:spPr>
        <p:txBody>
          <a:bodyPr lIns="34290" tIns="17145" rIns="34290" bIns="17145"/>
          <a:lstStyle/>
          <a:p>
            <a:r>
              <a:rPr lang="en-US"/>
              <a:t>Click to edit Master title style</a:t>
            </a:r>
          </a:p>
        </p:txBody>
      </p:sp>
    </p:spTree>
    <p:extLst>
      <p:ext uri="{BB962C8B-B14F-4D97-AF65-F5344CB8AC3E}">
        <p14:creationId xmlns:p14="http://schemas.microsoft.com/office/powerpoint/2010/main" val="181002861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1653133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7"/>
            <a:ext cx="3008114" cy="871538"/>
          </a:xfrm>
          <a:prstGeom prst="rect">
            <a:avLst/>
          </a:prstGeom>
        </p:spPr>
        <p:txBody>
          <a:bodyPr lIns="34290" tIns="17145" rIns="34290" bIns="17145" anchor="b"/>
          <a:lstStyle>
            <a:lvl1pPr algn="l">
              <a:defRPr sz="800" b="1"/>
            </a:lvl1pPr>
          </a:lstStyle>
          <a:p>
            <a:r>
              <a:rPr lang="en-US"/>
              <a:t>Click to edit Master title style</a:t>
            </a:r>
          </a:p>
        </p:txBody>
      </p:sp>
      <p:sp>
        <p:nvSpPr>
          <p:cNvPr id="3" name="Content Placeholder 2"/>
          <p:cNvSpPr>
            <a:spLocks noGrp="1"/>
          </p:cNvSpPr>
          <p:nvPr>
            <p:ph idx="1"/>
          </p:nvPr>
        </p:nvSpPr>
        <p:spPr>
          <a:xfrm>
            <a:off x="3574852" y="204788"/>
            <a:ext cx="5111948" cy="4389834"/>
          </a:xfrm>
          <a:prstGeom prst="rect">
            <a:avLst/>
          </a:prstGeom>
        </p:spPr>
        <p:txBody>
          <a:bodyPr lIns="34290" tIns="17145" rIns="34290" bIns="17145"/>
          <a:lstStyle>
            <a:lvl1pPr>
              <a:defRPr sz="1200"/>
            </a:lvl1pPr>
            <a:lvl2pPr>
              <a:defRPr sz="11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076328"/>
            <a:ext cx="3008114" cy="3518297"/>
          </a:xfrm>
          <a:prstGeom prst="rect">
            <a:avLst/>
          </a:prstGeom>
        </p:spPr>
        <p:txBody>
          <a:bodyPr lIns="34290" tIns="17145" rIns="34290" bIns="17145"/>
          <a:lstStyle>
            <a:lvl1pPr marL="0" indent="0">
              <a:buNone/>
              <a:defRPr sz="500"/>
            </a:lvl1pPr>
            <a:lvl2pPr marL="171450" indent="0">
              <a:buNone/>
              <a:defRPr sz="500"/>
            </a:lvl2pPr>
            <a:lvl3pPr marL="342900" indent="0">
              <a:buNone/>
              <a:defRPr sz="400"/>
            </a:lvl3pPr>
            <a:lvl4pPr marL="514350" indent="0">
              <a:buNone/>
              <a:defRPr sz="300"/>
            </a:lvl4pPr>
            <a:lvl5pPr marL="685800" indent="0">
              <a:buNone/>
              <a:defRPr sz="300"/>
            </a:lvl5pPr>
            <a:lvl6pPr marL="857250" indent="0">
              <a:buNone/>
              <a:defRPr sz="300"/>
            </a:lvl6pPr>
            <a:lvl7pPr marL="1028700" indent="0">
              <a:buNone/>
              <a:defRPr sz="300"/>
            </a:lvl7pPr>
            <a:lvl8pPr marL="1200150" indent="0">
              <a:buNone/>
              <a:defRPr sz="300"/>
            </a:lvl8pPr>
            <a:lvl9pPr marL="1371600" indent="0">
              <a:buNone/>
              <a:defRPr sz="300"/>
            </a:lvl9pPr>
          </a:lstStyle>
          <a:p>
            <a:pPr lvl="0"/>
            <a:r>
              <a:rPr lang="en-US"/>
              <a:t>Click to edit Master text styles</a:t>
            </a:r>
          </a:p>
        </p:txBody>
      </p:sp>
    </p:spTree>
    <p:extLst>
      <p:ext uri="{BB962C8B-B14F-4D97-AF65-F5344CB8AC3E}">
        <p14:creationId xmlns:p14="http://schemas.microsoft.com/office/powerpoint/2010/main" val="157143255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486" y="3600453"/>
            <a:ext cx="5486400" cy="425053"/>
          </a:xfrm>
          <a:prstGeom prst="rect">
            <a:avLst/>
          </a:prstGeom>
        </p:spPr>
        <p:txBody>
          <a:bodyPr lIns="34290" tIns="17145" rIns="34290" bIns="17145" anchor="b"/>
          <a:lstStyle>
            <a:lvl1pPr algn="l">
              <a:defRPr sz="800" b="1"/>
            </a:lvl1pPr>
          </a:lstStyle>
          <a:p>
            <a:r>
              <a:rPr lang="en-US"/>
              <a:t>Click to edit Master title style</a:t>
            </a:r>
          </a:p>
        </p:txBody>
      </p:sp>
      <p:sp>
        <p:nvSpPr>
          <p:cNvPr id="3" name="Picture Placeholder 2"/>
          <p:cNvSpPr>
            <a:spLocks noGrp="1"/>
          </p:cNvSpPr>
          <p:nvPr>
            <p:ph type="pic" idx="1"/>
          </p:nvPr>
        </p:nvSpPr>
        <p:spPr>
          <a:xfrm>
            <a:off x="1792486" y="459581"/>
            <a:ext cx="5486400" cy="3086100"/>
          </a:xfrm>
          <a:prstGeom prst="rect">
            <a:avLst/>
          </a:prstGeom>
        </p:spPr>
        <p:txBody>
          <a:bodyPr lIns="34290" tIns="17145" rIns="34290" bIns="17145"/>
          <a:lstStyle>
            <a:lvl1pPr marL="0" indent="0">
              <a:buNone/>
              <a:defRPr sz="1200"/>
            </a:lvl1pPr>
            <a:lvl2pPr marL="171450" indent="0">
              <a:buNone/>
              <a:defRPr sz="1100"/>
            </a:lvl2pPr>
            <a:lvl3pPr marL="342900" indent="0">
              <a:buNone/>
              <a:defRPr sz="900"/>
            </a:lvl3pPr>
            <a:lvl4pPr marL="514350" indent="0">
              <a:buNone/>
              <a:defRPr sz="800"/>
            </a:lvl4pPr>
            <a:lvl5pPr marL="685800" indent="0">
              <a:buNone/>
              <a:defRPr sz="800"/>
            </a:lvl5pPr>
            <a:lvl6pPr marL="857250" indent="0">
              <a:buNone/>
              <a:defRPr sz="800"/>
            </a:lvl6pPr>
            <a:lvl7pPr marL="1028700" indent="0">
              <a:buNone/>
              <a:defRPr sz="800"/>
            </a:lvl7pPr>
            <a:lvl8pPr marL="1200150" indent="0">
              <a:buNone/>
              <a:defRPr sz="800"/>
            </a:lvl8pPr>
            <a:lvl9pPr marL="1371600" indent="0">
              <a:buNone/>
              <a:defRPr sz="800"/>
            </a:lvl9pPr>
          </a:lstStyle>
          <a:p>
            <a:pPr lvl="0"/>
            <a:endParaRPr lang="en-US" noProof="0">
              <a:sym typeface="Calibri" charset="0"/>
            </a:endParaRPr>
          </a:p>
        </p:txBody>
      </p:sp>
      <p:sp>
        <p:nvSpPr>
          <p:cNvPr id="4" name="Text Placeholder 3"/>
          <p:cNvSpPr>
            <a:spLocks noGrp="1"/>
          </p:cNvSpPr>
          <p:nvPr>
            <p:ph type="body" sz="half" idx="2"/>
          </p:nvPr>
        </p:nvSpPr>
        <p:spPr>
          <a:xfrm>
            <a:off x="1792486" y="4025506"/>
            <a:ext cx="5486400" cy="603647"/>
          </a:xfrm>
          <a:prstGeom prst="rect">
            <a:avLst/>
          </a:prstGeom>
        </p:spPr>
        <p:txBody>
          <a:bodyPr lIns="34290" tIns="17145" rIns="34290" bIns="17145"/>
          <a:lstStyle>
            <a:lvl1pPr marL="0" indent="0">
              <a:buNone/>
              <a:defRPr sz="500"/>
            </a:lvl1pPr>
            <a:lvl2pPr marL="171450" indent="0">
              <a:buNone/>
              <a:defRPr sz="500"/>
            </a:lvl2pPr>
            <a:lvl3pPr marL="342900" indent="0">
              <a:buNone/>
              <a:defRPr sz="400"/>
            </a:lvl3pPr>
            <a:lvl4pPr marL="514350" indent="0">
              <a:buNone/>
              <a:defRPr sz="300"/>
            </a:lvl4pPr>
            <a:lvl5pPr marL="685800" indent="0">
              <a:buNone/>
              <a:defRPr sz="300"/>
            </a:lvl5pPr>
            <a:lvl6pPr marL="857250" indent="0">
              <a:buNone/>
              <a:defRPr sz="300"/>
            </a:lvl6pPr>
            <a:lvl7pPr marL="1028700" indent="0">
              <a:buNone/>
              <a:defRPr sz="300"/>
            </a:lvl7pPr>
            <a:lvl8pPr marL="1200150" indent="0">
              <a:buNone/>
              <a:defRPr sz="300"/>
            </a:lvl8pPr>
            <a:lvl9pPr marL="1371600" indent="0">
              <a:buNone/>
              <a:defRPr sz="300"/>
            </a:lvl9pPr>
          </a:lstStyle>
          <a:p>
            <a:pPr lvl="0"/>
            <a:r>
              <a:rPr lang="en-US"/>
              <a:t>Click to edit Master text styles</a:t>
            </a:r>
          </a:p>
        </p:txBody>
      </p:sp>
    </p:spTree>
    <p:extLst>
      <p:ext uri="{BB962C8B-B14F-4D97-AF65-F5344CB8AC3E}">
        <p14:creationId xmlns:p14="http://schemas.microsoft.com/office/powerpoint/2010/main" val="409553067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a:prstGeom prst="rect">
            <a:avLst/>
          </a:prstGeom>
        </p:spPr>
        <p:txBody>
          <a:bodyPr lIns="34290" tIns="17145" rIns="34290" bIns="17145"/>
          <a:lstStyle/>
          <a:p>
            <a:r>
              <a:rPr lang="en-US"/>
              <a:t>Click to edit Master title style</a:t>
            </a:r>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lIns="34290" tIns="17145" rIns="34290" bIns="17145"/>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723984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a:prstGeom prst="rect">
            <a:avLst/>
          </a:prstGeom>
        </p:spPr>
        <p:txBody>
          <a:bodyPr vert="eaVert" lIns="34290" tIns="17145" rIns="34290" bIns="17145"/>
          <a:lstStyle/>
          <a:p>
            <a:r>
              <a:rPr lang="en-US"/>
              <a:t>Click to edit Master title style</a:t>
            </a:r>
          </a:p>
        </p:txBody>
      </p:sp>
      <p:sp>
        <p:nvSpPr>
          <p:cNvPr id="3" name="Vertical Text Placeholder 2"/>
          <p:cNvSpPr>
            <a:spLocks noGrp="1"/>
          </p:cNvSpPr>
          <p:nvPr>
            <p:ph type="body" orient="vert" idx="1"/>
          </p:nvPr>
        </p:nvSpPr>
        <p:spPr>
          <a:xfrm>
            <a:off x="457200" y="205980"/>
            <a:ext cx="6115050" cy="4388644"/>
          </a:xfrm>
          <a:prstGeom prst="rect">
            <a:avLst/>
          </a:prstGeom>
        </p:spPr>
        <p:txBody>
          <a:bodyPr vert="eaVert" lIns="34290" tIns="17145" rIns="34290" bIns="17145"/>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634590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56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rtl="0" eaLnBrk="0" fontAlgn="base" hangingPunct="0">
        <a:spcBef>
          <a:spcPct val="0"/>
        </a:spcBef>
        <a:spcAft>
          <a:spcPct val="0"/>
        </a:spcAft>
        <a:defRPr sz="4300">
          <a:solidFill>
            <a:schemeClr val="tx1"/>
          </a:solidFill>
          <a:latin typeface="+mj-lt"/>
          <a:ea typeface="+mj-ea"/>
          <a:cs typeface="+mj-cs"/>
          <a:sym typeface="Calibri" charset="0"/>
        </a:defRPr>
      </a:lvl1pPr>
      <a:lvl2pPr algn="ctr" rtl="0" eaLnBrk="0" fontAlgn="base" hangingPunct="0">
        <a:spcBef>
          <a:spcPct val="0"/>
        </a:spcBef>
        <a:spcAft>
          <a:spcPct val="0"/>
        </a:spcAft>
        <a:defRPr sz="4300">
          <a:solidFill>
            <a:schemeClr val="tx1"/>
          </a:solidFill>
          <a:latin typeface="Calibri" charset="0"/>
          <a:ea typeface="ヒラギノ角ゴ ProN W3" charset="0"/>
          <a:cs typeface="ヒラギノ角ゴ ProN W3" charset="0"/>
          <a:sym typeface="Calibri" charset="0"/>
        </a:defRPr>
      </a:lvl2pPr>
      <a:lvl3pPr algn="ctr" rtl="0" eaLnBrk="0" fontAlgn="base" hangingPunct="0">
        <a:spcBef>
          <a:spcPct val="0"/>
        </a:spcBef>
        <a:spcAft>
          <a:spcPct val="0"/>
        </a:spcAft>
        <a:defRPr sz="4300">
          <a:solidFill>
            <a:schemeClr val="tx1"/>
          </a:solidFill>
          <a:latin typeface="Calibri" charset="0"/>
          <a:ea typeface="ヒラギノ角ゴ ProN W3" charset="0"/>
          <a:cs typeface="ヒラギノ角ゴ ProN W3" charset="0"/>
          <a:sym typeface="Calibri" charset="0"/>
        </a:defRPr>
      </a:lvl3pPr>
      <a:lvl4pPr algn="ctr" rtl="0" eaLnBrk="0" fontAlgn="base" hangingPunct="0">
        <a:spcBef>
          <a:spcPct val="0"/>
        </a:spcBef>
        <a:spcAft>
          <a:spcPct val="0"/>
        </a:spcAft>
        <a:defRPr sz="4300">
          <a:solidFill>
            <a:schemeClr val="tx1"/>
          </a:solidFill>
          <a:latin typeface="Calibri" charset="0"/>
          <a:ea typeface="ヒラギノ角ゴ ProN W3" charset="0"/>
          <a:cs typeface="ヒラギノ角ゴ ProN W3" charset="0"/>
          <a:sym typeface="Calibri" charset="0"/>
        </a:defRPr>
      </a:lvl4pPr>
      <a:lvl5pPr algn="ctr" rtl="0" eaLnBrk="0" fontAlgn="base" hangingPunct="0">
        <a:spcBef>
          <a:spcPct val="0"/>
        </a:spcBef>
        <a:spcAft>
          <a:spcPct val="0"/>
        </a:spcAft>
        <a:defRPr sz="4300">
          <a:solidFill>
            <a:schemeClr val="tx1"/>
          </a:solidFill>
          <a:latin typeface="Calibri" charset="0"/>
          <a:ea typeface="ヒラギノ角ゴ ProN W3" charset="0"/>
          <a:cs typeface="ヒラギノ角ゴ ProN W3" charset="0"/>
          <a:sym typeface="Calibri" charset="0"/>
        </a:defRPr>
      </a:lvl5pPr>
      <a:lvl6pPr marL="171450" algn="ctr" rtl="0" fontAlgn="base">
        <a:spcBef>
          <a:spcPct val="0"/>
        </a:spcBef>
        <a:spcAft>
          <a:spcPct val="0"/>
        </a:spcAft>
        <a:defRPr sz="4300">
          <a:solidFill>
            <a:schemeClr val="tx1"/>
          </a:solidFill>
          <a:latin typeface="Calibri" charset="0"/>
          <a:ea typeface="ヒラギノ角ゴ ProN W3" charset="0"/>
          <a:cs typeface="ヒラギノ角ゴ ProN W3" charset="0"/>
          <a:sym typeface="Calibri" charset="0"/>
        </a:defRPr>
      </a:lvl6pPr>
      <a:lvl7pPr marL="342900" algn="ctr" rtl="0" fontAlgn="base">
        <a:spcBef>
          <a:spcPct val="0"/>
        </a:spcBef>
        <a:spcAft>
          <a:spcPct val="0"/>
        </a:spcAft>
        <a:defRPr sz="4300">
          <a:solidFill>
            <a:schemeClr val="tx1"/>
          </a:solidFill>
          <a:latin typeface="Calibri" charset="0"/>
          <a:ea typeface="ヒラギノ角ゴ ProN W3" charset="0"/>
          <a:cs typeface="ヒラギノ角ゴ ProN W3" charset="0"/>
          <a:sym typeface="Calibri" charset="0"/>
        </a:defRPr>
      </a:lvl7pPr>
      <a:lvl8pPr marL="514350" algn="ctr" rtl="0" fontAlgn="base">
        <a:spcBef>
          <a:spcPct val="0"/>
        </a:spcBef>
        <a:spcAft>
          <a:spcPct val="0"/>
        </a:spcAft>
        <a:defRPr sz="4300">
          <a:solidFill>
            <a:schemeClr val="tx1"/>
          </a:solidFill>
          <a:latin typeface="Calibri" charset="0"/>
          <a:ea typeface="ヒラギノ角ゴ ProN W3" charset="0"/>
          <a:cs typeface="ヒラギノ角ゴ ProN W3" charset="0"/>
          <a:sym typeface="Calibri" charset="0"/>
        </a:defRPr>
      </a:lvl8pPr>
      <a:lvl9pPr marL="685800" algn="ctr" rtl="0" fontAlgn="base">
        <a:spcBef>
          <a:spcPct val="0"/>
        </a:spcBef>
        <a:spcAft>
          <a:spcPct val="0"/>
        </a:spcAft>
        <a:defRPr sz="4300">
          <a:solidFill>
            <a:schemeClr val="tx1"/>
          </a:solidFill>
          <a:latin typeface="Calibri" charset="0"/>
          <a:ea typeface="ヒラギノ角ゴ ProN W3" charset="0"/>
          <a:cs typeface="ヒラギノ角ゴ ProN W3" charset="0"/>
          <a:sym typeface="Calibri" charset="0"/>
        </a:defRPr>
      </a:lvl9pPr>
    </p:titleStyle>
    <p:bodyStyle>
      <a:lvl1pPr marL="128588" indent="-128588" algn="ctr" rtl="0" eaLnBrk="0" fontAlgn="base" hangingPunct="0">
        <a:spcBef>
          <a:spcPts val="750"/>
        </a:spcBef>
        <a:spcAft>
          <a:spcPct val="0"/>
        </a:spcAft>
        <a:defRPr sz="3200">
          <a:solidFill>
            <a:srgbClr val="878787"/>
          </a:solidFill>
          <a:latin typeface="+mn-lt"/>
          <a:ea typeface="+mn-ea"/>
          <a:cs typeface="+mn-cs"/>
          <a:sym typeface="Calibri" charset="0"/>
        </a:defRPr>
      </a:lvl1pPr>
      <a:lvl2pPr marL="457200" indent="-285750" algn="ctr" rtl="0" eaLnBrk="0" fontAlgn="base" hangingPunct="0">
        <a:spcBef>
          <a:spcPts val="675"/>
        </a:spcBef>
        <a:spcAft>
          <a:spcPct val="0"/>
        </a:spcAft>
        <a:defRPr sz="2700">
          <a:solidFill>
            <a:srgbClr val="878787"/>
          </a:solidFill>
          <a:latin typeface="+mn-lt"/>
          <a:ea typeface="+mn-ea"/>
          <a:cs typeface="+mn-cs"/>
          <a:sym typeface="Calibri" charset="0"/>
        </a:defRPr>
      </a:lvl2pPr>
      <a:lvl3pPr marL="914400" indent="-571500" algn="ctr" rtl="0" eaLnBrk="0" fontAlgn="base" hangingPunct="0">
        <a:spcBef>
          <a:spcPts val="563"/>
        </a:spcBef>
        <a:spcAft>
          <a:spcPct val="0"/>
        </a:spcAft>
        <a:defRPr sz="2300">
          <a:solidFill>
            <a:srgbClr val="878787"/>
          </a:solidFill>
          <a:latin typeface="+mn-lt"/>
          <a:ea typeface="+mn-ea"/>
          <a:cs typeface="+mn-cs"/>
          <a:sym typeface="Calibri" charset="0"/>
        </a:defRPr>
      </a:lvl3pPr>
      <a:lvl4pPr marL="1371600" indent="-857250" algn="ctr" rtl="0" eaLnBrk="0" fontAlgn="base" hangingPunct="0">
        <a:spcBef>
          <a:spcPts val="488"/>
        </a:spcBef>
        <a:spcAft>
          <a:spcPct val="0"/>
        </a:spcAft>
        <a:defRPr sz="1800">
          <a:solidFill>
            <a:srgbClr val="878787"/>
          </a:solidFill>
          <a:latin typeface="+mn-lt"/>
          <a:ea typeface="+mn-ea"/>
          <a:cs typeface="+mn-cs"/>
          <a:sym typeface="Calibri" charset="0"/>
        </a:defRPr>
      </a:lvl4pPr>
      <a:lvl5pPr marL="1828800" indent="-1143000" algn="ctr" rtl="0" eaLnBrk="0" fontAlgn="base" hangingPunct="0">
        <a:spcBef>
          <a:spcPts val="488"/>
        </a:spcBef>
        <a:spcAft>
          <a:spcPct val="0"/>
        </a:spcAft>
        <a:defRPr sz="1800">
          <a:solidFill>
            <a:srgbClr val="878787"/>
          </a:solidFill>
          <a:latin typeface="+mn-lt"/>
          <a:ea typeface="+mn-ea"/>
          <a:cs typeface="+mn-cs"/>
          <a:sym typeface="Calibri" charset="0"/>
        </a:defRPr>
      </a:lvl5pPr>
      <a:lvl6pPr marL="2000250" algn="ctr" rtl="0" fontAlgn="base">
        <a:spcBef>
          <a:spcPts val="488"/>
        </a:spcBef>
        <a:spcAft>
          <a:spcPct val="0"/>
        </a:spcAft>
        <a:defRPr sz="1800">
          <a:solidFill>
            <a:srgbClr val="878787"/>
          </a:solidFill>
          <a:latin typeface="+mn-lt"/>
          <a:ea typeface="+mn-ea"/>
          <a:cs typeface="+mn-cs"/>
          <a:sym typeface="Calibri" charset="0"/>
        </a:defRPr>
      </a:lvl6pPr>
      <a:lvl7pPr marL="2171700" algn="ctr" rtl="0" fontAlgn="base">
        <a:spcBef>
          <a:spcPts val="488"/>
        </a:spcBef>
        <a:spcAft>
          <a:spcPct val="0"/>
        </a:spcAft>
        <a:defRPr sz="1800">
          <a:solidFill>
            <a:srgbClr val="878787"/>
          </a:solidFill>
          <a:latin typeface="+mn-lt"/>
          <a:ea typeface="+mn-ea"/>
          <a:cs typeface="+mn-cs"/>
          <a:sym typeface="Calibri" charset="0"/>
        </a:defRPr>
      </a:lvl7pPr>
      <a:lvl8pPr marL="2343150" algn="ctr" rtl="0" fontAlgn="base">
        <a:spcBef>
          <a:spcPts val="488"/>
        </a:spcBef>
        <a:spcAft>
          <a:spcPct val="0"/>
        </a:spcAft>
        <a:defRPr sz="1800">
          <a:solidFill>
            <a:srgbClr val="878787"/>
          </a:solidFill>
          <a:latin typeface="+mn-lt"/>
          <a:ea typeface="+mn-ea"/>
          <a:cs typeface="+mn-cs"/>
          <a:sym typeface="Calibri" charset="0"/>
        </a:defRPr>
      </a:lvl8pPr>
      <a:lvl9pPr marL="2514600" algn="ctr" rtl="0" fontAlgn="base">
        <a:spcBef>
          <a:spcPts val="488"/>
        </a:spcBef>
        <a:spcAft>
          <a:spcPct val="0"/>
        </a:spcAft>
        <a:defRPr sz="1800">
          <a:solidFill>
            <a:srgbClr val="878787"/>
          </a:solidFill>
          <a:latin typeface="+mn-lt"/>
          <a:ea typeface="+mn-ea"/>
          <a:cs typeface="+mn-cs"/>
          <a:sym typeface="Calibri" charset="0"/>
        </a:defRPr>
      </a:lvl9pPr>
    </p:bodyStyle>
    <p:otherStyle>
      <a:defPPr>
        <a:defRPr lang="en-US"/>
      </a:defPPr>
      <a:lvl1pPr marL="0" algn="l" defTabSz="342900" rtl="0" eaLnBrk="1" latinLnBrk="0" hangingPunct="1">
        <a:defRPr sz="700" kern="1200">
          <a:solidFill>
            <a:schemeClr val="tx1"/>
          </a:solidFill>
          <a:latin typeface="+mn-lt"/>
          <a:ea typeface="+mn-ea"/>
          <a:cs typeface="+mn-cs"/>
        </a:defRPr>
      </a:lvl1pPr>
      <a:lvl2pPr marL="171450" algn="l" defTabSz="342900" rtl="0" eaLnBrk="1" latinLnBrk="0" hangingPunct="1">
        <a:defRPr sz="700" kern="1200">
          <a:solidFill>
            <a:schemeClr val="tx1"/>
          </a:solidFill>
          <a:latin typeface="+mn-lt"/>
          <a:ea typeface="+mn-ea"/>
          <a:cs typeface="+mn-cs"/>
        </a:defRPr>
      </a:lvl2pPr>
      <a:lvl3pPr marL="342900" algn="l" defTabSz="342900" rtl="0" eaLnBrk="1" latinLnBrk="0" hangingPunct="1">
        <a:defRPr sz="700" kern="1200">
          <a:solidFill>
            <a:schemeClr val="tx1"/>
          </a:solidFill>
          <a:latin typeface="+mn-lt"/>
          <a:ea typeface="+mn-ea"/>
          <a:cs typeface="+mn-cs"/>
        </a:defRPr>
      </a:lvl3pPr>
      <a:lvl4pPr marL="514350" algn="l" defTabSz="342900" rtl="0" eaLnBrk="1" latinLnBrk="0" hangingPunct="1">
        <a:defRPr sz="700" kern="1200">
          <a:solidFill>
            <a:schemeClr val="tx1"/>
          </a:solidFill>
          <a:latin typeface="+mn-lt"/>
          <a:ea typeface="+mn-ea"/>
          <a:cs typeface="+mn-cs"/>
        </a:defRPr>
      </a:lvl4pPr>
      <a:lvl5pPr marL="685800" algn="l" defTabSz="342900" rtl="0" eaLnBrk="1" latinLnBrk="0" hangingPunct="1">
        <a:defRPr sz="700" kern="1200">
          <a:solidFill>
            <a:schemeClr val="tx1"/>
          </a:solidFill>
          <a:latin typeface="+mn-lt"/>
          <a:ea typeface="+mn-ea"/>
          <a:cs typeface="+mn-cs"/>
        </a:defRPr>
      </a:lvl5pPr>
      <a:lvl6pPr marL="857250" algn="l" defTabSz="342900" rtl="0" eaLnBrk="1" latinLnBrk="0" hangingPunct="1">
        <a:defRPr sz="700" kern="1200">
          <a:solidFill>
            <a:schemeClr val="tx1"/>
          </a:solidFill>
          <a:latin typeface="+mn-lt"/>
          <a:ea typeface="+mn-ea"/>
          <a:cs typeface="+mn-cs"/>
        </a:defRPr>
      </a:lvl6pPr>
      <a:lvl7pPr marL="1028700" algn="l" defTabSz="342900" rtl="0" eaLnBrk="1" latinLnBrk="0" hangingPunct="1">
        <a:defRPr sz="700" kern="1200">
          <a:solidFill>
            <a:schemeClr val="tx1"/>
          </a:solidFill>
          <a:latin typeface="+mn-lt"/>
          <a:ea typeface="+mn-ea"/>
          <a:cs typeface="+mn-cs"/>
        </a:defRPr>
      </a:lvl7pPr>
      <a:lvl8pPr marL="1200150" algn="l" defTabSz="342900" rtl="0" eaLnBrk="1" latinLnBrk="0" hangingPunct="1">
        <a:defRPr sz="700" kern="1200">
          <a:solidFill>
            <a:schemeClr val="tx1"/>
          </a:solidFill>
          <a:latin typeface="+mn-lt"/>
          <a:ea typeface="+mn-ea"/>
          <a:cs typeface="+mn-cs"/>
        </a:defRPr>
      </a:lvl8pPr>
      <a:lvl9pPr marL="1371600" algn="l" defTabSz="342900" rtl="0" eaLnBrk="1" latinLnBrk="0" hangingPunct="1">
        <a:defRPr sz="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web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8.w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2.png"/><Relationship Id="rId7" Type="http://schemas.openxmlformats.org/officeDocument/2006/relationships/image" Target="../media/image14.wmf"/><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oleObject" Target="../embeddings/oleObject5.bin"/><Relationship Id="rId5" Type="http://schemas.openxmlformats.org/officeDocument/2006/relationships/image" Target="../media/image13.wmf"/><Relationship Id="rId4"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png"/><Relationship Id="rId7" Type="http://schemas.openxmlformats.org/officeDocument/2006/relationships/image" Target="../media/image18.wmf"/><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oleObject" Target="../embeddings/oleObject7.bin"/><Relationship Id="rId5" Type="http://schemas.openxmlformats.org/officeDocument/2006/relationships/image" Target="../media/image17.emf"/><Relationship Id="rId4"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png"/><Relationship Id="rId7" Type="http://schemas.openxmlformats.org/officeDocument/2006/relationships/image" Target="../media/image22.emf"/><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oleObject" Target="../embeddings/oleObject9.bin"/><Relationship Id="rId5" Type="http://schemas.openxmlformats.org/officeDocument/2006/relationships/image" Target="../media/image21.wmf"/><Relationship Id="rId4" Type="http://schemas.openxmlformats.org/officeDocument/2006/relationships/oleObject" Target="../embeddings/oleObject8.bin"/><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6.wmf"/><Relationship Id="rId5" Type="http://schemas.openxmlformats.org/officeDocument/2006/relationships/oleObject" Target="../embeddings/oleObject11.bin"/><Relationship Id="rId4" Type="http://schemas.openxmlformats.org/officeDocument/2006/relationships/image" Target="../media/image25.wmf"/></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5"/>
          <p:cNvSpPr>
            <a:spLocks/>
          </p:cNvSpPr>
          <p:nvPr/>
        </p:nvSpPr>
        <p:spPr bwMode="auto">
          <a:xfrm>
            <a:off x="397434" y="1951686"/>
            <a:ext cx="8396755" cy="919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round/>
                <a:headEnd/>
                <a:tailEnd/>
              </a14:hiddenLine>
            </a:ext>
          </a:extLst>
        </p:spPr>
        <p:txBody>
          <a:bodyPr lIns="14288" tIns="14288" rIns="14288" bIns="14288" anchor="ctr"/>
          <a:lstStyle/>
          <a:p>
            <a:r>
              <a:rPr lang="en-US" sz="2400" b="1">
                <a:solidFill>
                  <a:schemeClr val="tx1"/>
                </a:solidFill>
                <a:latin typeface="Arial" panose="020B0604020202020204" pitchFamily="34" charset="0"/>
                <a:cs typeface="Arial" panose="020B0604020202020204" pitchFamily="34" charset="0"/>
                <a:sym typeface="Open Sans" charset="0"/>
              </a:rPr>
              <a:t>MÔN: NHẬN DẠNG VÀ ĐIỀU KHIỂN HỆ THỐNG</a:t>
            </a:r>
            <a:endParaRPr lang="en-US" sz="2400" b="1" dirty="0">
              <a:solidFill>
                <a:schemeClr val="accent1">
                  <a:lumMod val="75000"/>
                  <a:lumOff val="25000"/>
                </a:schemeClr>
              </a:solidFill>
              <a:latin typeface="Arial" panose="020B0604020202020204" pitchFamily="34" charset="0"/>
              <a:cs typeface="Arial" panose="020B0604020202020204" pitchFamily="34" charset="0"/>
              <a:sym typeface="Open Sans" charset="0"/>
            </a:endParaRPr>
          </a:p>
        </p:txBody>
      </p:sp>
      <p:sp>
        <p:nvSpPr>
          <p:cNvPr id="2" name="Rectangle 1"/>
          <p:cNvSpPr/>
          <p:nvPr/>
        </p:nvSpPr>
        <p:spPr bwMode="auto">
          <a:xfrm>
            <a:off x="972018" y="12434889"/>
            <a:ext cx="78469" cy="70310"/>
          </a:xfrm>
          <a:prstGeom prst="rect">
            <a:avLst/>
          </a:prstGeom>
          <a:no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0800" b="0" i="0" u="none" strike="noStrike" cap="none" normalizeH="0" baseline="0">
              <a:ln>
                <a:noFill/>
              </a:ln>
              <a:solidFill>
                <a:srgbClr val="000000"/>
              </a:solidFill>
              <a:effectLst/>
              <a:latin typeface="Arial" panose="020B0604020202020204" pitchFamily="34" charset="0"/>
              <a:cs typeface="Arial" panose="020B0604020202020204" pitchFamily="34" charset="0"/>
              <a:sym typeface="Gill Sans" charset="0"/>
            </a:endParaRPr>
          </a:p>
        </p:txBody>
      </p:sp>
      <p:sp>
        <p:nvSpPr>
          <p:cNvPr id="6" name="TextBox 5"/>
          <p:cNvSpPr txBox="1"/>
          <p:nvPr/>
        </p:nvSpPr>
        <p:spPr>
          <a:xfrm>
            <a:off x="1011252" y="214078"/>
            <a:ext cx="6762282" cy="738664"/>
          </a:xfrm>
          <a:prstGeom prst="rect">
            <a:avLst/>
          </a:prstGeom>
          <a:noFill/>
        </p:spPr>
        <p:txBody>
          <a:bodyPr wrap="square" rtlCol="0">
            <a:spAutoFit/>
          </a:bodyPr>
          <a:lstStyle/>
          <a:p>
            <a:r>
              <a:rPr lang="en-US" sz="1400" b="1" dirty="0">
                <a:solidFill>
                  <a:schemeClr val="tx1"/>
                </a:solidFill>
                <a:latin typeface="Times New Roman" panose="02020603050405020304" pitchFamily="18" charset="0"/>
                <a:cs typeface="Times New Roman" panose="02020603050405020304" pitchFamily="18" charset="0"/>
              </a:rPr>
              <a:t>BỘ GIÁO DỤC VÀ ĐÀO TẠO</a:t>
            </a:r>
          </a:p>
          <a:p>
            <a:r>
              <a:rPr lang="en-US" sz="1400" b="1" dirty="0">
                <a:solidFill>
                  <a:schemeClr val="tx1"/>
                </a:solidFill>
                <a:latin typeface="Times New Roman" panose="02020603050405020304" pitchFamily="18" charset="0"/>
                <a:cs typeface="Times New Roman" panose="02020603050405020304" pitchFamily="18" charset="0"/>
              </a:rPr>
              <a:t>TRƯỜNG ĐẠI HỌC SƯ PHẠM KỸ THUẬT TP. HỒ CHÍ MINH</a:t>
            </a:r>
          </a:p>
          <a:p>
            <a:r>
              <a:rPr lang="en-US" sz="1400" b="1" dirty="0">
                <a:solidFill>
                  <a:schemeClr val="tx1"/>
                </a:solidFill>
                <a:latin typeface="Times New Roman" panose="02020603050405020304" pitchFamily="18" charset="0"/>
                <a:cs typeface="Times New Roman" panose="02020603050405020304" pitchFamily="18" charset="0"/>
              </a:rPr>
              <a:t>KHOA ĐIỆN – </a:t>
            </a:r>
            <a:r>
              <a:rPr lang="en-US" sz="1400" b="1">
                <a:solidFill>
                  <a:schemeClr val="tx1"/>
                </a:solidFill>
                <a:latin typeface="Times New Roman" panose="02020603050405020304" pitchFamily="18" charset="0"/>
                <a:cs typeface="Times New Roman" panose="02020603050405020304" pitchFamily="18" charset="0"/>
              </a:rPr>
              <a:t>ĐIỆN TỬ</a:t>
            </a: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972018" y="1642047"/>
            <a:ext cx="7239000" cy="461665"/>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BÁO </a:t>
            </a:r>
            <a:r>
              <a:rPr lang="en-US" sz="2400" b="1">
                <a:solidFill>
                  <a:srgbClr val="FF0000"/>
                </a:solidFill>
                <a:latin typeface="Arial" panose="020B0604020202020204" pitchFamily="34" charset="0"/>
                <a:cs typeface="Arial" panose="020B0604020202020204" pitchFamily="34" charset="0"/>
              </a:rPr>
              <a:t>CÁO CUỐI KÌ</a:t>
            </a:r>
            <a:endParaRPr lang="en-US" sz="2400" b="1" dirty="0">
              <a:solidFill>
                <a:srgbClr val="FF0000"/>
              </a:solidFill>
              <a:latin typeface="Arial" panose="020B0604020202020204" pitchFamily="34" charset="0"/>
              <a:cs typeface="Arial" panose="020B0604020202020204" pitchFamily="34" charset="0"/>
            </a:endParaRPr>
          </a:p>
        </p:txBody>
      </p:sp>
      <p:sp>
        <p:nvSpPr>
          <p:cNvPr id="8" name="TextBox 7"/>
          <p:cNvSpPr txBox="1"/>
          <p:nvPr/>
        </p:nvSpPr>
        <p:spPr>
          <a:xfrm>
            <a:off x="4191000" y="3121248"/>
            <a:ext cx="5281612" cy="1015663"/>
          </a:xfrm>
          <a:prstGeom prst="rect">
            <a:avLst/>
          </a:prstGeom>
          <a:noFill/>
        </p:spPr>
        <p:txBody>
          <a:bodyPr wrap="square" rtlCol="0">
            <a:spAutoFit/>
          </a:bodyPr>
          <a:lstStyle/>
          <a:p>
            <a:pPr algn="l"/>
            <a:r>
              <a:rPr lang="en-US" sz="2000" b="1">
                <a:latin typeface="Arial" panose="020B0604020202020204" pitchFamily="34" charset="0"/>
                <a:cs typeface="Arial" panose="020B0604020202020204" pitchFamily="34" charset="0"/>
              </a:rPr>
              <a:t>GVHD : </a:t>
            </a:r>
            <a:r>
              <a:rPr lang="en-US" sz="2000" b="1" dirty="0">
                <a:latin typeface="Arial" panose="020B0604020202020204" pitchFamily="34" charset="0"/>
                <a:cs typeface="Arial" panose="020B0604020202020204" pitchFamily="34" charset="0"/>
              </a:rPr>
              <a:t>TS</a:t>
            </a:r>
            <a:r>
              <a:rPr lang="en-US" sz="2000" b="1">
                <a:latin typeface="Arial" panose="020B0604020202020204" pitchFamily="34" charset="0"/>
                <a:cs typeface="Arial" panose="020B0604020202020204" pitchFamily="34" charset="0"/>
              </a:rPr>
              <a:t>. Trần Đức Thiện</a:t>
            </a:r>
            <a:endParaRPr lang="en-US" sz="2000" b="1" dirty="0">
              <a:latin typeface="Arial" panose="020B0604020202020204" pitchFamily="34" charset="0"/>
              <a:cs typeface="Arial" panose="020B0604020202020204" pitchFamily="34" charset="0"/>
            </a:endParaRPr>
          </a:p>
          <a:p>
            <a:pPr algn="l"/>
            <a:r>
              <a:rPr lang="en-US" sz="2000" b="1">
                <a:latin typeface="Arial" panose="020B0604020202020204" pitchFamily="34" charset="0"/>
                <a:cs typeface="Arial" panose="020B0604020202020204" pitchFamily="34" charset="0"/>
              </a:rPr>
              <a:t>SVTH  : Trần Trọng Nguyên -21151294</a:t>
            </a:r>
          </a:p>
          <a:p>
            <a:pPr algn="l"/>
            <a:r>
              <a:rPr lang="en-US" sz="2000" b="1">
                <a:latin typeface="Arial" panose="020B0604020202020204" pitchFamily="34" charset="0"/>
                <a:cs typeface="Arial" panose="020B0604020202020204" pitchFamily="34" charset="0"/>
              </a:rPr>
              <a:t>	 Cao Phương Nam   -21151286 </a:t>
            </a:r>
          </a:p>
        </p:txBody>
      </p:sp>
      <p:sp>
        <p:nvSpPr>
          <p:cNvPr id="4" name="TextBox 3"/>
          <p:cNvSpPr txBox="1"/>
          <p:nvPr/>
        </p:nvSpPr>
        <p:spPr>
          <a:xfrm>
            <a:off x="2305518" y="4654200"/>
            <a:ext cx="4572000" cy="707886"/>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Tp. HCM, </a:t>
            </a:r>
            <a:r>
              <a:rPr lang="en-US" sz="2000" b="1" err="1">
                <a:latin typeface="Arial" panose="020B0604020202020204" pitchFamily="34" charset="0"/>
                <a:cs typeface="Arial" panose="020B0604020202020204" pitchFamily="34" charset="0"/>
              </a:rPr>
              <a:t>tháng</a:t>
            </a:r>
            <a:r>
              <a:rPr lang="en-US" sz="2000" b="1">
                <a:latin typeface="Arial" panose="020B0604020202020204" pitchFamily="34" charset="0"/>
                <a:cs typeface="Arial" panose="020B0604020202020204" pitchFamily="34" charset="0"/>
              </a:rPr>
              <a:t> 5/2024</a:t>
            </a:r>
            <a:endParaRPr lang="en-US" sz="2000" b="1" dirty="0">
              <a:latin typeface="Arial" panose="020B0604020202020204" pitchFamily="34" charset="0"/>
              <a:cs typeface="Arial" panose="020B0604020202020204" pitchFamily="34" charset="0"/>
            </a:endParaRPr>
          </a:p>
          <a:p>
            <a:endParaRPr lang="vi-VN" sz="20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9396CCEB-BD73-DAFD-BE14-2C3438DC6F1A}"/>
              </a:ext>
            </a:extLst>
          </p:cNvPr>
          <p:cNvPicPr>
            <a:picLocks noChangeAspect="1"/>
          </p:cNvPicPr>
          <p:nvPr/>
        </p:nvPicPr>
        <p:blipFill>
          <a:blip r:embed="rId3"/>
          <a:stretch>
            <a:fillRect/>
          </a:stretch>
        </p:blipFill>
        <p:spPr>
          <a:xfrm>
            <a:off x="7235894" y="96766"/>
            <a:ext cx="1871663" cy="609600"/>
          </a:xfrm>
          <a:prstGeom prst="rect">
            <a:avLst/>
          </a:prstGeom>
        </p:spPr>
      </p:pic>
      <p:pic>
        <p:nvPicPr>
          <p:cNvPr id="9" name="Picture 8">
            <a:extLst>
              <a:ext uri="{FF2B5EF4-FFF2-40B4-BE49-F238E27FC236}">
                <a16:creationId xmlns:a16="http://schemas.microsoft.com/office/drawing/2014/main" id="{DC98005C-FC61-22A6-173F-2E270D68C448}"/>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34814" y="147293"/>
            <a:ext cx="525240" cy="674057"/>
          </a:xfrm>
          <a:prstGeom prst="rect">
            <a:avLst/>
          </a:prstGeom>
        </p:spPr>
      </p:pic>
      <p:pic>
        <p:nvPicPr>
          <p:cNvPr id="10" name="Picture 9">
            <a:extLst>
              <a:ext uri="{FF2B5EF4-FFF2-40B4-BE49-F238E27FC236}">
                <a16:creationId xmlns:a16="http://schemas.microsoft.com/office/drawing/2014/main" id="{BF84A55A-E269-B6B0-3133-9264BE96DC12}"/>
              </a:ext>
            </a:extLst>
          </p:cNvPr>
          <p:cNvPicPr>
            <a:picLocks noChangeAspect="1"/>
          </p:cNvPicPr>
          <p:nvPr/>
        </p:nvPicPr>
        <p:blipFill>
          <a:blip r:embed="rId5"/>
          <a:stretch>
            <a:fillRect/>
          </a:stretch>
        </p:blipFill>
        <p:spPr>
          <a:xfrm>
            <a:off x="672261" y="8958"/>
            <a:ext cx="757317" cy="91939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E8BEFC5-84C1-1C61-3077-5F817F04BD37}"/>
              </a:ext>
            </a:extLst>
          </p:cNvPr>
          <p:cNvSpPr>
            <a:spLocks noChangeArrowheads="1"/>
          </p:cNvSpPr>
          <p:nvPr/>
        </p:nvSpPr>
        <p:spPr bwMode="auto">
          <a:xfrm>
            <a:off x="1676400" y="1428750"/>
            <a:ext cx="472440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endParaRPr lang="en-US" altLang="en-US" sz="2400" b="1">
              <a:solidFill>
                <a:srgbClr val="FF0000"/>
              </a:solidFill>
              <a:latin typeface="Times New Roman" panose="02020603050405020304" pitchFamily="18" charset="0"/>
              <a:cs typeface="Times New Roman" panose="02020603050405020304" pitchFamily="18" charset="0"/>
            </a:endParaRPr>
          </a:p>
          <a:p>
            <a:pPr algn="l" fontAlgn="base">
              <a:spcBef>
                <a:spcPct val="0"/>
              </a:spcBef>
              <a:spcAft>
                <a:spcPct val="0"/>
              </a:spcAft>
            </a:pPr>
            <a:r>
              <a:rPr lang="en-US" altLang="en-US" sz="2400" b="1">
                <a:solidFill>
                  <a:srgbClr val="002060"/>
                </a:solidFill>
                <a:latin typeface="Times New Roman" panose="02020603050405020304" pitchFamily="18" charset="0"/>
                <a:cs typeface="Times New Roman" panose="02020603050405020304" pitchFamily="18" charset="0"/>
              </a:rPr>
              <a:t>Tóm tắt:</a:t>
            </a:r>
          </a:p>
          <a:p>
            <a:pPr marL="514350" indent="-514350" algn="just" fontAlgn="base">
              <a:spcBef>
                <a:spcPct val="0"/>
              </a:spcBef>
              <a:spcAft>
                <a:spcPct val="0"/>
              </a:spcAft>
              <a:buFont typeface="+mj-lt"/>
              <a:buAutoNum type="romanUcPeriod"/>
            </a:pPr>
            <a:r>
              <a:rPr lang="en-US" altLang="en-US" sz="2400" b="1">
                <a:solidFill>
                  <a:srgbClr val="002060"/>
                </a:solidFill>
                <a:latin typeface="Times New Roman" panose="02020603050405020304" pitchFamily="18" charset="0"/>
                <a:cs typeface="Times New Roman" panose="02020603050405020304" pitchFamily="18" charset="0"/>
              </a:rPr>
              <a:t>Tổng </a:t>
            </a:r>
            <a:r>
              <a:rPr lang="en-US" altLang="en-US" sz="2400" b="1" dirty="0" err="1">
                <a:solidFill>
                  <a:srgbClr val="002060"/>
                </a:solidFill>
                <a:latin typeface="Times New Roman" panose="02020603050405020304" pitchFamily="18" charset="0"/>
                <a:cs typeface="Times New Roman" panose="02020603050405020304" pitchFamily="18" charset="0"/>
              </a:rPr>
              <a:t>quan</a:t>
            </a:r>
            <a:r>
              <a:rPr lang="en-US" altLang="en-US" sz="2400" b="1" dirty="0">
                <a:solidFill>
                  <a:srgbClr val="002060"/>
                </a:solidFill>
                <a:latin typeface="Times New Roman" panose="02020603050405020304" pitchFamily="18" charset="0"/>
                <a:cs typeface="Times New Roman" panose="02020603050405020304" pitchFamily="18" charset="0"/>
              </a:rPr>
              <a:t> </a:t>
            </a:r>
            <a:r>
              <a:rPr lang="en-US" altLang="en-US" sz="2400" b="1" dirty="0" err="1">
                <a:solidFill>
                  <a:srgbClr val="002060"/>
                </a:solidFill>
                <a:latin typeface="Times New Roman" panose="02020603050405020304" pitchFamily="18" charset="0"/>
                <a:cs typeface="Times New Roman" panose="02020603050405020304" pitchFamily="18" charset="0"/>
              </a:rPr>
              <a:t>đề</a:t>
            </a:r>
            <a:r>
              <a:rPr lang="en-US" altLang="en-US" sz="2400" b="1" dirty="0">
                <a:solidFill>
                  <a:srgbClr val="002060"/>
                </a:solidFill>
                <a:latin typeface="Times New Roman" panose="02020603050405020304" pitchFamily="18" charset="0"/>
                <a:cs typeface="Times New Roman" panose="02020603050405020304" pitchFamily="18" charset="0"/>
              </a:rPr>
              <a:t> </a:t>
            </a:r>
            <a:r>
              <a:rPr lang="en-US" altLang="en-US" sz="2400" b="1" dirty="0" err="1">
                <a:solidFill>
                  <a:srgbClr val="002060"/>
                </a:solidFill>
                <a:latin typeface="Times New Roman" panose="02020603050405020304" pitchFamily="18" charset="0"/>
                <a:cs typeface="Times New Roman" panose="02020603050405020304" pitchFamily="18" charset="0"/>
              </a:rPr>
              <a:t>tài</a:t>
            </a:r>
            <a:endParaRPr lang="en-US" altLang="en-US" sz="2400" b="1" dirty="0">
              <a:solidFill>
                <a:srgbClr val="002060"/>
              </a:solidFill>
              <a:latin typeface="Times New Roman" panose="02020603050405020304" pitchFamily="18" charset="0"/>
              <a:cs typeface="Times New Roman" panose="02020603050405020304" pitchFamily="18" charset="0"/>
            </a:endParaRPr>
          </a:p>
          <a:p>
            <a:pPr marL="514350" indent="-514350" algn="just" fontAlgn="base">
              <a:spcBef>
                <a:spcPct val="0"/>
              </a:spcBef>
              <a:spcAft>
                <a:spcPct val="0"/>
              </a:spcAft>
              <a:buFont typeface="+mj-lt"/>
              <a:buAutoNum type="romanUcPeriod"/>
            </a:pPr>
            <a:r>
              <a:rPr lang="en-US" altLang="en-US" sz="2400" b="1" dirty="0" err="1">
                <a:solidFill>
                  <a:srgbClr val="002060"/>
                </a:solidFill>
                <a:latin typeface="Times New Roman" panose="02020603050405020304" pitchFamily="18" charset="0"/>
                <a:cs typeface="Times New Roman" panose="02020603050405020304" pitchFamily="18" charset="0"/>
              </a:rPr>
              <a:t>Cơ</a:t>
            </a:r>
            <a:r>
              <a:rPr lang="en-US" altLang="en-US" sz="2400" b="1" dirty="0">
                <a:solidFill>
                  <a:srgbClr val="002060"/>
                </a:solidFill>
                <a:latin typeface="Times New Roman" panose="02020603050405020304" pitchFamily="18" charset="0"/>
                <a:cs typeface="Times New Roman" panose="02020603050405020304" pitchFamily="18" charset="0"/>
              </a:rPr>
              <a:t> </a:t>
            </a:r>
            <a:r>
              <a:rPr lang="en-US" altLang="en-US" sz="2400" b="1" dirty="0" err="1">
                <a:solidFill>
                  <a:srgbClr val="002060"/>
                </a:solidFill>
                <a:latin typeface="Times New Roman" panose="02020603050405020304" pitchFamily="18" charset="0"/>
                <a:cs typeface="Times New Roman" panose="02020603050405020304" pitchFamily="18" charset="0"/>
              </a:rPr>
              <a:t>sở</a:t>
            </a:r>
            <a:r>
              <a:rPr lang="en-US" altLang="en-US" sz="2400" b="1" dirty="0">
                <a:solidFill>
                  <a:srgbClr val="002060"/>
                </a:solidFill>
                <a:latin typeface="Times New Roman" panose="02020603050405020304" pitchFamily="18" charset="0"/>
                <a:cs typeface="Times New Roman" panose="02020603050405020304" pitchFamily="18" charset="0"/>
              </a:rPr>
              <a:t> </a:t>
            </a:r>
            <a:r>
              <a:rPr lang="en-US" altLang="en-US" sz="2400" b="1" dirty="0" err="1">
                <a:solidFill>
                  <a:srgbClr val="002060"/>
                </a:solidFill>
                <a:latin typeface="Times New Roman" panose="02020603050405020304" pitchFamily="18" charset="0"/>
                <a:cs typeface="Times New Roman" panose="02020603050405020304" pitchFamily="18" charset="0"/>
              </a:rPr>
              <a:t>lý</a:t>
            </a:r>
            <a:r>
              <a:rPr lang="en-US" altLang="en-US" sz="2400" b="1" dirty="0">
                <a:solidFill>
                  <a:srgbClr val="002060"/>
                </a:solidFill>
                <a:latin typeface="Times New Roman" panose="02020603050405020304" pitchFamily="18" charset="0"/>
                <a:cs typeface="Times New Roman" panose="02020603050405020304" pitchFamily="18" charset="0"/>
              </a:rPr>
              <a:t> </a:t>
            </a:r>
            <a:r>
              <a:rPr lang="en-US" altLang="en-US" sz="2400" b="1" dirty="0" err="1">
                <a:solidFill>
                  <a:srgbClr val="002060"/>
                </a:solidFill>
                <a:latin typeface="Times New Roman" panose="02020603050405020304" pitchFamily="18" charset="0"/>
                <a:cs typeface="Times New Roman" panose="02020603050405020304" pitchFamily="18" charset="0"/>
              </a:rPr>
              <a:t>thuyết</a:t>
            </a:r>
            <a:endParaRPr lang="en-US" altLang="en-US" sz="2400" b="1" dirty="0">
              <a:solidFill>
                <a:srgbClr val="002060"/>
              </a:solidFill>
              <a:latin typeface="Times New Roman" panose="02020603050405020304" pitchFamily="18" charset="0"/>
              <a:cs typeface="Times New Roman" panose="02020603050405020304" pitchFamily="18" charset="0"/>
            </a:endParaRPr>
          </a:p>
          <a:p>
            <a:pPr marL="514350" indent="-514350" algn="just" fontAlgn="base">
              <a:spcBef>
                <a:spcPct val="0"/>
              </a:spcBef>
              <a:spcAft>
                <a:spcPct val="0"/>
              </a:spcAft>
              <a:buFont typeface="+mj-lt"/>
              <a:buAutoNum type="romanUcPeriod"/>
            </a:pPr>
            <a:r>
              <a:rPr lang="en-US" altLang="en-US" sz="2400" b="1">
                <a:solidFill>
                  <a:srgbClr val="002060"/>
                </a:solidFill>
                <a:latin typeface="Times New Roman" panose="02020603050405020304" pitchFamily="18" charset="0"/>
                <a:cs typeface="Times New Roman" panose="02020603050405020304" pitchFamily="18" charset="0"/>
              </a:rPr>
              <a:t>Nội dung</a:t>
            </a:r>
            <a:endParaRPr lang="en-US" altLang="en-US" sz="2400" b="1" dirty="0">
              <a:solidFill>
                <a:srgbClr val="002060"/>
              </a:solidFill>
              <a:latin typeface="Times New Roman" panose="02020603050405020304" pitchFamily="18" charset="0"/>
              <a:cs typeface="Times New Roman" panose="02020603050405020304" pitchFamily="18" charset="0"/>
            </a:endParaRPr>
          </a:p>
          <a:p>
            <a:pPr marL="514350" indent="-514350" algn="just" fontAlgn="base">
              <a:spcBef>
                <a:spcPct val="0"/>
              </a:spcBef>
              <a:spcAft>
                <a:spcPct val="0"/>
              </a:spcAft>
              <a:buFont typeface="+mj-lt"/>
              <a:buAutoNum type="romanUcPeriod"/>
            </a:pPr>
            <a:r>
              <a:rPr lang="en-US" altLang="en-US" sz="2400" b="1">
                <a:solidFill>
                  <a:srgbClr val="002060"/>
                </a:solidFill>
                <a:latin typeface="Times New Roman" panose="02020603050405020304" pitchFamily="18" charset="0"/>
                <a:cs typeface="Times New Roman" panose="02020603050405020304" pitchFamily="18" charset="0"/>
              </a:rPr>
              <a:t>Mô phỏng và đánh giá kết quả</a:t>
            </a:r>
          </a:p>
          <a:p>
            <a:pPr marL="514350" indent="-514350" algn="just" fontAlgn="base">
              <a:spcBef>
                <a:spcPct val="0"/>
              </a:spcBef>
              <a:spcAft>
                <a:spcPct val="0"/>
              </a:spcAft>
              <a:buFont typeface="+mj-lt"/>
              <a:buAutoNum type="romanUcPeriod"/>
            </a:pPr>
            <a:r>
              <a:rPr lang="en-US" altLang="en-US" sz="2400" b="1">
                <a:solidFill>
                  <a:srgbClr val="002060"/>
                </a:solidFill>
                <a:latin typeface="Times New Roman" panose="02020603050405020304" pitchFamily="18" charset="0"/>
                <a:cs typeface="Times New Roman" panose="02020603050405020304" pitchFamily="18" charset="0"/>
              </a:rPr>
              <a:t> Kết luận</a:t>
            </a:r>
          </a:p>
          <a:p>
            <a:pPr marL="514350" indent="-514350" algn="just" fontAlgn="base">
              <a:spcBef>
                <a:spcPct val="0"/>
              </a:spcBef>
              <a:spcAft>
                <a:spcPct val="0"/>
              </a:spcAft>
              <a:buFont typeface="+mj-lt"/>
              <a:buAutoNum type="romanUcPeriod"/>
            </a:pPr>
            <a:r>
              <a:rPr lang="en-US" altLang="en-US" sz="2400" b="1">
                <a:solidFill>
                  <a:srgbClr val="002060"/>
                </a:solidFill>
                <a:latin typeface="Times New Roman" panose="02020603050405020304" pitchFamily="18" charset="0"/>
                <a:cs typeface="Times New Roman" panose="02020603050405020304" pitchFamily="18" charset="0"/>
              </a:rPr>
              <a:t>Tài liệu tham khảo</a:t>
            </a:r>
            <a:endParaRPr lang="en-US" altLang="en-US" sz="2400" b="1" dirty="0">
              <a:solidFill>
                <a:srgbClr val="002060"/>
              </a:solidFill>
              <a:latin typeface="Times New Roman" panose="02020603050405020304" pitchFamily="18" charset="0"/>
              <a:cs typeface="Times New Roman" panose="02020603050405020304" pitchFamily="18" charset="0"/>
            </a:endParaRPr>
          </a:p>
        </p:txBody>
      </p:sp>
      <p:sp>
        <p:nvSpPr>
          <p:cNvPr id="5" name="TextBox 2">
            <a:extLst>
              <a:ext uri="{FF2B5EF4-FFF2-40B4-BE49-F238E27FC236}">
                <a16:creationId xmlns:a16="http://schemas.microsoft.com/office/drawing/2014/main" id="{9B318749-9D74-3B00-AF57-75CDF0FA9AE7}"/>
              </a:ext>
            </a:extLst>
          </p:cNvPr>
          <p:cNvSpPr txBox="1">
            <a:spLocks noChangeArrowheads="1"/>
          </p:cNvSpPr>
          <p:nvPr/>
        </p:nvSpPr>
        <p:spPr bwMode="auto">
          <a:xfrm>
            <a:off x="457200" y="314872"/>
            <a:ext cx="861017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endParaRPr lang="en-US" altLang="en-US" sz="1200" b="1" dirty="0">
              <a:solidFill>
                <a:srgbClr val="FF0000"/>
              </a:solidFill>
              <a:latin typeface="Times New Roman" panose="02020603050405020304" pitchFamily="18" charset="0"/>
              <a:cs typeface="Times New Roman" panose="02020603050405020304" pitchFamily="18" charset="0"/>
            </a:endParaRPr>
          </a:p>
          <a:p>
            <a:pPr fontAlgn="base">
              <a:spcBef>
                <a:spcPct val="0"/>
              </a:spcBef>
              <a:spcAft>
                <a:spcPct val="0"/>
              </a:spcAft>
            </a:pPr>
            <a:r>
              <a:rPr lang="en-US" altLang="en-US" sz="2400" b="1">
                <a:solidFill>
                  <a:srgbClr val="FF0000"/>
                </a:solidFill>
                <a:latin typeface="Times New Roman" panose="02020603050405020304" pitchFamily="18" charset="0"/>
                <a:cs typeface="Times New Roman" panose="02020603050405020304" pitchFamily="18" charset="0"/>
              </a:rPr>
              <a:t>ĐỀ TÀI: </a:t>
            </a:r>
            <a:endParaRPr lang="en-US" altLang="en-US" sz="2400" b="1" dirty="0">
              <a:solidFill>
                <a:srgbClr val="FF0000"/>
              </a:solidFill>
              <a:latin typeface="Times New Roman" panose="02020603050405020304" pitchFamily="18" charset="0"/>
              <a:cs typeface="Times New Roman" panose="02020603050405020304" pitchFamily="18" charset="0"/>
            </a:endParaRPr>
          </a:p>
          <a:p>
            <a:pPr fontAlgn="base">
              <a:spcBef>
                <a:spcPct val="0"/>
              </a:spcBef>
              <a:spcAft>
                <a:spcPct val="0"/>
              </a:spcAft>
            </a:pPr>
            <a:r>
              <a:rPr lang="en-US" altLang="en-US" sz="2400" b="1">
                <a:solidFill>
                  <a:srgbClr val="202AAE"/>
                </a:solidFill>
                <a:latin typeface="Times New Roman" panose="02020603050405020304" pitchFamily="18" charset="0"/>
                <a:cs typeface="Times New Roman" panose="02020603050405020304" pitchFamily="18" charset="0"/>
              </a:rPr>
              <a:t>THIẾT KẾ BỘ ĐIỀU KHIỂN LQR XE </a:t>
            </a:r>
            <a:r>
              <a:rPr lang="en-US" altLang="en-US" sz="2400" b="1" dirty="0">
                <a:solidFill>
                  <a:srgbClr val="202AAE"/>
                </a:solidFill>
                <a:latin typeface="Times New Roman" panose="02020603050405020304" pitchFamily="18" charset="0"/>
                <a:cs typeface="Times New Roman" panose="02020603050405020304" pitchFamily="18" charset="0"/>
              </a:rPr>
              <a:t>HAI BÁNH TỰ CÂN BẰNG</a:t>
            </a:r>
            <a:endParaRPr lang="en-US" altLang="en-US" sz="2400" b="1" dirty="0">
              <a:solidFill>
                <a:srgbClr val="FF0000"/>
              </a:solidFill>
              <a:latin typeface="Times New Roman" panose="02020603050405020304" pitchFamily="18" charset="0"/>
              <a:cs typeface="Times New Roman" panose="02020603050405020304" pitchFamily="18" charset="0"/>
            </a:endParaRPr>
          </a:p>
          <a:p>
            <a:pPr fontAlgn="base">
              <a:spcBef>
                <a:spcPct val="0"/>
              </a:spcBef>
              <a:spcAft>
                <a:spcPct val="0"/>
              </a:spcAft>
            </a:pP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277982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 2733"/>
          <p:cNvSpPr/>
          <p:nvPr/>
        </p:nvSpPr>
        <p:spPr>
          <a:xfrm>
            <a:off x="762000" y="242170"/>
            <a:ext cx="7262403" cy="510195"/>
          </a:xfrm>
          <a:prstGeom prst="rect">
            <a:avLst/>
          </a:prstGeom>
          <a:solidFill>
            <a:srgbClr val="0079A5"/>
          </a:solidFill>
          <a:ln w="12700">
            <a:noFill/>
            <a:miter lim="4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50800" tIns="50800" rIns="50800" bIns="50800" anchor="ctr"/>
          <a:lstStyle/>
          <a:p>
            <a:pPr>
              <a:defRPr sz="3200">
                <a:solidFill>
                  <a:srgbClr val="FFFFFF"/>
                </a:solidFill>
                <a:latin typeface="+mn-lt"/>
                <a:ea typeface="+mn-ea"/>
                <a:cs typeface="+mn-cs"/>
                <a:sym typeface="Helvetica Light"/>
              </a:defRPr>
            </a:pPr>
            <a:endParaRPr lang="en-US" sz="2800">
              <a:solidFill>
                <a:srgbClr val="FFC000"/>
              </a:solidFill>
              <a:latin typeface="Arial" panose="020B0604020202020204" pitchFamily="34" charset="0"/>
              <a:cs typeface="Arial" panose="020B0604020202020204" pitchFamily="34" charset="0"/>
            </a:endParaRPr>
          </a:p>
          <a:p>
            <a:pPr algn="l">
              <a:defRPr sz="3200">
                <a:solidFill>
                  <a:srgbClr val="FFFFFF"/>
                </a:solidFill>
                <a:latin typeface="+mn-lt"/>
                <a:ea typeface="+mn-ea"/>
                <a:cs typeface="+mn-cs"/>
                <a:sym typeface="Helvetica Light"/>
              </a:defRPr>
            </a:pPr>
            <a:r>
              <a:rPr lang="en-US" sz="1800" b="1">
                <a:solidFill>
                  <a:srgbClr val="FFC000"/>
                </a:solidFill>
                <a:latin typeface="Arial" panose="020B0604020202020204" pitchFamily="34" charset="0"/>
                <a:cs typeface="Arial" panose="020B0604020202020204" pitchFamily="34" charset="0"/>
              </a:rPr>
              <a:t>I. TỔNG QUAN ĐỀ TÀI:</a:t>
            </a:r>
          </a:p>
          <a:p>
            <a:pPr lvl="0">
              <a:lnSpc>
                <a:spcPct val="100000"/>
              </a:lnSpc>
              <a:defRPr sz="3200">
                <a:solidFill>
                  <a:srgbClr val="FFFFFF"/>
                </a:solidFill>
                <a:latin typeface="+mn-lt"/>
                <a:ea typeface="+mn-ea"/>
                <a:cs typeface="+mn-cs"/>
                <a:sym typeface="Helvetica Light"/>
              </a:defRPr>
            </a:pPr>
            <a:endParaRPr sz="2800" dirty="0">
              <a:solidFill>
                <a:srgbClr val="FFC00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2D73A566-F9E7-01A2-6DEF-C0474CFA10B6}"/>
              </a:ext>
            </a:extLst>
          </p:cNvPr>
          <p:cNvPicPr/>
          <p:nvPr/>
        </p:nvPicPr>
        <p:blipFill>
          <a:blip r:embed="rId3" cstate="email">
            <a:extLst>
              <a:ext uri="{28A0092B-C50C-407E-A947-70E740481C1C}">
                <a14:useLocalDpi xmlns:a14="http://schemas.microsoft.com/office/drawing/2010/main" val="0"/>
              </a:ext>
            </a:extLst>
          </a:blip>
          <a:stretch>
            <a:fillRect/>
          </a:stretch>
        </p:blipFill>
        <p:spPr>
          <a:xfrm>
            <a:off x="762000" y="1047750"/>
            <a:ext cx="2016494" cy="2414152"/>
          </a:xfrm>
          <a:prstGeom prst="rect">
            <a:avLst/>
          </a:prstGeom>
        </p:spPr>
      </p:pic>
      <p:pic>
        <p:nvPicPr>
          <p:cNvPr id="5" name="Picture 4">
            <a:extLst>
              <a:ext uri="{FF2B5EF4-FFF2-40B4-BE49-F238E27FC236}">
                <a16:creationId xmlns:a16="http://schemas.microsoft.com/office/drawing/2014/main" id="{F12479C3-258B-3DED-4168-816575DA6317}"/>
              </a:ext>
            </a:extLst>
          </p:cNvPr>
          <p:cNvPicPr/>
          <p:nvPr/>
        </p:nvPicPr>
        <p:blipFill>
          <a:blip r:embed="rId4" cstate="email">
            <a:extLst>
              <a:ext uri="{28A0092B-C50C-407E-A947-70E740481C1C}">
                <a14:useLocalDpi xmlns:a14="http://schemas.microsoft.com/office/drawing/2010/main" val="0"/>
              </a:ext>
            </a:extLst>
          </a:blip>
          <a:stretch>
            <a:fillRect/>
          </a:stretch>
        </p:blipFill>
        <p:spPr>
          <a:xfrm>
            <a:off x="3581401" y="1224398"/>
            <a:ext cx="1934348" cy="2237504"/>
          </a:xfrm>
          <a:prstGeom prst="rect">
            <a:avLst/>
          </a:prstGeom>
        </p:spPr>
      </p:pic>
      <p:pic>
        <p:nvPicPr>
          <p:cNvPr id="7" name="Picture 6">
            <a:extLst>
              <a:ext uri="{FF2B5EF4-FFF2-40B4-BE49-F238E27FC236}">
                <a16:creationId xmlns:a16="http://schemas.microsoft.com/office/drawing/2014/main" id="{6F743945-1403-0799-1007-BF87AA0E9A48}"/>
              </a:ext>
            </a:extLst>
          </p:cNvPr>
          <p:cNvPicPr/>
          <p:nvPr/>
        </p:nvPicPr>
        <p:blipFill>
          <a:blip r:embed="rId5" cstate="email">
            <a:extLst>
              <a:ext uri="{28A0092B-C50C-407E-A947-70E740481C1C}">
                <a14:useLocalDpi xmlns:a14="http://schemas.microsoft.com/office/drawing/2010/main" val="0"/>
              </a:ext>
            </a:extLst>
          </a:blip>
          <a:stretch>
            <a:fillRect/>
          </a:stretch>
        </p:blipFill>
        <p:spPr>
          <a:xfrm>
            <a:off x="6136906" y="1047750"/>
            <a:ext cx="2016494" cy="2514600"/>
          </a:xfrm>
          <a:prstGeom prst="rect">
            <a:avLst/>
          </a:prstGeom>
        </p:spPr>
      </p:pic>
      <p:sp>
        <p:nvSpPr>
          <p:cNvPr id="8" name="TextBox 7">
            <a:extLst>
              <a:ext uri="{FF2B5EF4-FFF2-40B4-BE49-F238E27FC236}">
                <a16:creationId xmlns:a16="http://schemas.microsoft.com/office/drawing/2014/main" id="{C0881A63-A11C-BDEC-4AA0-18C282D6BD4E}"/>
              </a:ext>
            </a:extLst>
          </p:cNvPr>
          <p:cNvSpPr txBox="1"/>
          <p:nvPr/>
        </p:nvSpPr>
        <p:spPr>
          <a:xfrm>
            <a:off x="2667000" y="3919102"/>
            <a:ext cx="3580992" cy="338554"/>
          </a:xfrm>
          <a:prstGeom prst="rect">
            <a:avLst/>
          </a:prstGeom>
          <a:noFill/>
        </p:spPr>
        <p:txBody>
          <a:bodyPr wrap="square" rtlCol="0">
            <a:spAutoFit/>
          </a:bodyPr>
          <a:lstStyle/>
          <a:p>
            <a:r>
              <a:rPr lang="en-US" sz="1600" i="1" dirty="0">
                <a:latin typeface="Times New Roman" panose="02020603050405020304" pitchFamily="18" charset="0"/>
                <a:cs typeface="Times New Roman" panose="02020603050405020304" pitchFamily="18" charset="0"/>
              </a:rPr>
              <a:t>Hình 1: Cấu trúc xe trên </a:t>
            </a:r>
            <a:r>
              <a:rPr lang="en-US" sz="1600" i="1">
                <a:latin typeface="Times New Roman" panose="02020603050405020304" pitchFamily="18" charset="0"/>
                <a:cs typeface="Times New Roman" panose="02020603050405020304" pitchFamily="18" charset="0"/>
              </a:rPr>
              <a:t>bản vẽ</a:t>
            </a:r>
            <a:endParaRPr lang="en-US" sz="16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85898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par>
                                <p:cTn id="8" presetID="16" presetClass="entr" presetSubtype="2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par>
                                <p:cTn id="11" presetID="16" presetClass="entr" presetSubtype="21"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arn(inVertical)">
                                      <p:cBhvr>
                                        <p:cTn id="13" dur="500"/>
                                        <p:tgtEl>
                                          <p:spTgt spid="7"/>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arn(inVertical)">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C039E4B3-4B72-286B-E08D-7A0E4411AC84}"/>
              </a:ext>
            </a:extLst>
          </p:cNvPr>
          <p:cNvSpPr/>
          <p:nvPr/>
        </p:nvSpPr>
        <p:spPr bwMode="auto">
          <a:xfrm>
            <a:off x="1447800" y="971550"/>
            <a:ext cx="5295900" cy="2895600"/>
          </a:xfrm>
          <a:prstGeom prst="rect">
            <a:avLst/>
          </a:prstGeom>
          <a:solidFill>
            <a:srgbClr val="CCFFCC"/>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3" name="Shape 2733">
            <a:extLst>
              <a:ext uri="{FF2B5EF4-FFF2-40B4-BE49-F238E27FC236}">
                <a16:creationId xmlns:a16="http://schemas.microsoft.com/office/drawing/2014/main" id="{E969DA7B-20BF-8282-56BB-24084D853298}"/>
              </a:ext>
            </a:extLst>
          </p:cNvPr>
          <p:cNvSpPr/>
          <p:nvPr/>
        </p:nvSpPr>
        <p:spPr>
          <a:xfrm>
            <a:off x="762000" y="242170"/>
            <a:ext cx="7262403" cy="510195"/>
          </a:xfrm>
          <a:prstGeom prst="rect">
            <a:avLst/>
          </a:prstGeom>
          <a:solidFill>
            <a:srgbClr val="0079A5"/>
          </a:solidFill>
          <a:ln w="12700">
            <a:noFill/>
            <a:miter lim="4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50800" tIns="50800" rIns="50800" bIns="50800" anchor="ctr"/>
          <a:lstStyle/>
          <a:p>
            <a:pPr>
              <a:defRPr sz="3200">
                <a:solidFill>
                  <a:srgbClr val="FFFFFF"/>
                </a:solidFill>
                <a:latin typeface="+mn-lt"/>
                <a:ea typeface="+mn-ea"/>
                <a:cs typeface="+mn-cs"/>
                <a:sym typeface="Helvetica Light"/>
              </a:defRPr>
            </a:pPr>
            <a:endParaRPr lang="en-US" sz="2800">
              <a:solidFill>
                <a:srgbClr val="FFC000"/>
              </a:solidFill>
              <a:latin typeface="Arial" panose="020B0604020202020204" pitchFamily="34" charset="0"/>
              <a:cs typeface="Arial" panose="020B0604020202020204" pitchFamily="34" charset="0"/>
            </a:endParaRPr>
          </a:p>
          <a:p>
            <a:pPr algn="l">
              <a:defRPr sz="3200">
                <a:solidFill>
                  <a:srgbClr val="FFFFFF"/>
                </a:solidFill>
                <a:latin typeface="+mn-lt"/>
                <a:ea typeface="+mn-ea"/>
                <a:cs typeface="+mn-cs"/>
                <a:sym typeface="Helvetica Light"/>
              </a:defRPr>
            </a:pPr>
            <a:r>
              <a:rPr lang="en-US" sz="1800" b="1">
                <a:solidFill>
                  <a:srgbClr val="FFC000"/>
                </a:solidFill>
                <a:latin typeface="Arial" panose="020B0604020202020204" pitchFamily="34" charset="0"/>
                <a:cs typeface="Arial" panose="020B0604020202020204" pitchFamily="34" charset="0"/>
              </a:rPr>
              <a:t>II. CƠ SỞ LÍ THUYẾT:</a:t>
            </a:r>
          </a:p>
          <a:p>
            <a:pPr lvl="0">
              <a:lnSpc>
                <a:spcPct val="100000"/>
              </a:lnSpc>
              <a:defRPr sz="3200">
                <a:solidFill>
                  <a:srgbClr val="FFFFFF"/>
                </a:solidFill>
                <a:latin typeface="+mn-lt"/>
                <a:ea typeface="+mn-ea"/>
                <a:cs typeface="+mn-cs"/>
                <a:sym typeface="Helvetica Light"/>
              </a:defRPr>
            </a:pPr>
            <a:endParaRPr sz="2800" dirty="0">
              <a:solidFill>
                <a:srgbClr val="FFC000"/>
              </a:solidFill>
              <a:latin typeface="Arial" panose="020B0604020202020204" pitchFamily="34" charset="0"/>
              <a:cs typeface="Arial" panose="020B0604020202020204" pitchFamily="34" charset="0"/>
            </a:endParaRPr>
          </a:p>
        </p:txBody>
      </p:sp>
      <p:grpSp>
        <p:nvGrpSpPr>
          <p:cNvPr id="17" name="Group 16">
            <a:extLst>
              <a:ext uri="{FF2B5EF4-FFF2-40B4-BE49-F238E27FC236}">
                <a16:creationId xmlns:a16="http://schemas.microsoft.com/office/drawing/2014/main" id="{5035AFB8-A2D5-0E1D-DBF7-5DA44A75EB20}"/>
              </a:ext>
            </a:extLst>
          </p:cNvPr>
          <p:cNvGrpSpPr/>
          <p:nvPr/>
        </p:nvGrpSpPr>
        <p:grpSpPr>
          <a:xfrm>
            <a:off x="1295400" y="1200150"/>
            <a:ext cx="5178425" cy="2205898"/>
            <a:chOff x="381000" y="975033"/>
            <a:chExt cx="5178425" cy="2205898"/>
          </a:xfrm>
        </p:grpSpPr>
        <p:sp>
          <p:nvSpPr>
            <p:cNvPr id="6" name="Rectangle 2">
              <a:extLst>
                <a:ext uri="{FF2B5EF4-FFF2-40B4-BE49-F238E27FC236}">
                  <a16:creationId xmlns:a16="http://schemas.microsoft.com/office/drawing/2014/main" id="{48704DC2-8417-9917-10C1-8A7BF1A6A16F}"/>
                </a:ext>
              </a:extLst>
            </p:cNvPr>
            <p:cNvSpPr>
              <a:spLocks noChangeArrowheads="1"/>
            </p:cNvSpPr>
            <p:nvPr/>
          </p:nvSpPr>
          <p:spPr bwMode="auto">
            <a:xfrm>
              <a:off x="381000" y="975033"/>
              <a:ext cx="480722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45720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Phương tr</a:t>
              </a:r>
              <a:r>
                <a:rPr kumimoji="0" lang="en-US" altLang="en-US" sz="13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ì</a:t>
              </a:r>
              <a:r>
                <a:rPr kumimoji="0" lang="en-US" altLang="en-US"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nh động năng của chuyển động tịnh tiến: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7" name="Object 6">
              <a:extLst>
                <a:ext uri="{FF2B5EF4-FFF2-40B4-BE49-F238E27FC236}">
                  <a16:creationId xmlns:a16="http://schemas.microsoft.com/office/drawing/2014/main" id="{18D902D4-2E9B-1C7F-A9F5-CF35B2064CB8}"/>
                </a:ext>
              </a:extLst>
            </p:cNvPr>
            <p:cNvGraphicFramePr>
              <a:graphicFrameLocks noChangeAspect="1"/>
            </p:cNvGraphicFramePr>
            <p:nvPr>
              <p:extLst>
                <p:ext uri="{D42A27DB-BD31-4B8C-83A1-F6EECF244321}">
                  <p14:modId xmlns:p14="http://schemas.microsoft.com/office/powerpoint/2010/main" val="1294171210"/>
                </p:ext>
              </p:extLst>
            </p:nvPr>
          </p:nvGraphicFramePr>
          <p:xfrm>
            <a:off x="917575" y="1214245"/>
            <a:ext cx="4070350" cy="387350"/>
          </p:xfrm>
          <a:graphic>
            <a:graphicData uri="http://schemas.openxmlformats.org/presentationml/2006/ole">
              <mc:AlternateContent xmlns:mc="http://schemas.openxmlformats.org/markup-compatibility/2006">
                <mc:Choice xmlns:v="urn:schemas-microsoft-com:vml" Requires="v">
                  <p:oleObj name="Equation" r:id="rId2" imgW="4064000" imgH="393700" progId="Equation.DSMT4">
                    <p:embed/>
                  </p:oleObj>
                </mc:Choice>
                <mc:Fallback>
                  <p:oleObj name="Equation" r:id="rId2" imgW="4064000" imgH="393700"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7575" y="1214245"/>
                          <a:ext cx="4070350"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4">
              <a:extLst>
                <a:ext uri="{FF2B5EF4-FFF2-40B4-BE49-F238E27FC236}">
                  <a16:creationId xmlns:a16="http://schemas.microsoft.com/office/drawing/2014/main" id="{70F5ADF7-5D2B-AED8-C454-DD41A4F8C572}"/>
                </a:ext>
              </a:extLst>
            </p:cNvPr>
            <p:cNvSpPr>
              <a:spLocks noChangeArrowheads="1"/>
            </p:cNvSpPr>
            <p:nvPr/>
          </p:nvSpPr>
          <p:spPr bwMode="auto">
            <a:xfrm>
              <a:off x="381000" y="1789493"/>
              <a:ext cx="426720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45720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Phương tr</a:t>
              </a:r>
              <a:r>
                <a:rPr kumimoji="0" lang="en-US" altLang="en-US" sz="13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ì</a:t>
              </a:r>
              <a:r>
                <a:rPr kumimoji="0" lang="en-US" altLang="en-US"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nh động năng của chuyển động quay: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0" name="Object 9">
              <a:extLst>
                <a:ext uri="{FF2B5EF4-FFF2-40B4-BE49-F238E27FC236}">
                  <a16:creationId xmlns:a16="http://schemas.microsoft.com/office/drawing/2014/main" id="{C7FB83FB-DFDD-1C3E-E15F-671E3A3D7364}"/>
                </a:ext>
              </a:extLst>
            </p:cNvPr>
            <p:cNvGraphicFramePr>
              <a:graphicFrameLocks noChangeAspect="1"/>
            </p:cNvGraphicFramePr>
            <p:nvPr>
              <p:extLst>
                <p:ext uri="{D42A27DB-BD31-4B8C-83A1-F6EECF244321}">
                  <p14:modId xmlns:p14="http://schemas.microsoft.com/office/powerpoint/2010/main" val="3896467027"/>
                </p:ext>
              </p:extLst>
            </p:nvPr>
          </p:nvGraphicFramePr>
          <p:xfrm>
            <a:off x="917575" y="2105179"/>
            <a:ext cx="4641850" cy="387350"/>
          </p:xfrm>
          <a:graphic>
            <a:graphicData uri="http://schemas.openxmlformats.org/presentationml/2006/ole">
              <mc:AlternateContent xmlns:mc="http://schemas.openxmlformats.org/markup-compatibility/2006">
                <mc:Choice xmlns:v="urn:schemas-microsoft-com:vml" Requires="v">
                  <p:oleObj name="Equation" r:id="rId4" imgW="4648200" imgH="393700" progId="Equation.DSMT4">
                    <p:embed/>
                  </p:oleObj>
                </mc:Choice>
                <mc:Fallback>
                  <p:oleObj name="Equation" r:id="rId4" imgW="4648200" imgH="3937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7575" y="2105179"/>
                          <a:ext cx="4641850"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6">
              <a:extLst>
                <a:ext uri="{FF2B5EF4-FFF2-40B4-BE49-F238E27FC236}">
                  <a16:creationId xmlns:a16="http://schemas.microsoft.com/office/drawing/2014/main" id="{CCAADB3A-816E-8A8A-FDCA-D80A5F377510}"/>
                </a:ext>
              </a:extLst>
            </p:cNvPr>
            <p:cNvSpPr>
              <a:spLocks noChangeArrowheads="1"/>
            </p:cNvSpPr>
            <p:nvPr/>
          </p:nvSpPr>
          <p:spPr bwMode="auto">
            <a:xfrm>
              <a:off x="381000" y="2601230"/>
              <a:ext cx="403860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45720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Phương tr</a:t>
              </a:r>
              <a:r>
                <a:rPr kumimoji="0" lang="en-US" altLang="en-US" sz="13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ì</a:t>
              </a:r>
              <a:r>
                <a:rPr kumimoji="0" lang="en-US" altLang="en-US"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nh thế năng: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4" name="Object 13">
              <a:extLst>
                <a:ext uri="{FF2B5EF4-FFF2-40B4-BE49-F238E27FC236}">
                  <a16:creationId xmlns:a16="http://schemas.microsoft.com/office/drawing/2014/main" id="{DC33A866-BAFD-2779-5DC5-3AB5AF72D4CF}"/>
                </a:ext>
              </a:extLst>
            </p:cNvPr>
            <p:cNvGraphicFramePr>
              <a:graphicFrameLocks noChangeAspect="1"/>
            </p:cNvGraphicFramePr>
            <p:nvPr>
              <p:extLst>
                <p:ext uri="{D42A27DB-BD31-4B8C-83A1-F6EECF244321}">
                  <p14:modId xmlns:p14="http://schemas.microsoft.com/office/powerpoint/2010/main" val="2869552037"/>
                </p:ext>
              </p:extLst>
            </p:nvPr>
          </p:nvGraphicFramePr>
          <p:xfrm>
            <a:off x="917575" y="2939631"/>
            <a:ext cx="1473200" cy="241300"/>
          </p:xfrm>
          <a:graphic>
            <a:graphicData uri="http://schemas.openxmlformats.org/presentationml/2006/ole">
              <mc:AlternateContent xmlns:mc="http://schemas.openxmlformats.org/markup-compatibility/2006">
                <mc:Choice xmlns:v="urn:schemas-microsoft-com:vml" Requires="v">
                  <p:oleObj name="Equation" r:id="rId6" imgW="1473200" imgH="228600" progId="Equation.DSMT4">
                    <p:embed/>
                  </p:oleObj>
                </mc:Choice>
                <mc:Fallback>
                  <p:oleObj name="Equation" r:id="rId6" imgW="1473200" imgH="2286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7575" y="2939631"/>
                          <a:ext cx="1473200"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34324110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down)">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2733">
            <a:extLst>
              <a:ext uri="{FF2B5EF4-FFF2-40B4-BE49-F238E27FC236}">
                <a16:creationId xmlns:a16="http://schemas.microsoft.com/office/drawing/2014/main" id="{E969DA7B-20BF-8282-56BB-24084D853298}"/>
              </a:ext>
            </a:extLst>
          </p:cNvPr>
          <p:cNvSpPr/>
          <p:nvPr/>
        </p:nvSpPr>
        <p:spPr>
          <a:xfrm>
            <a:off x="762000" y="242170"/>
            <a:ext cx="7262403" cy="510195"/>
          </a:xfrm>
          <a:prstGeom prst="rect">
            <a:avLst/>
          </a:prstGeom>
          <a:solidFill>
            <a:srgbClr val="0079A5"/>
          </a:solidFill>
          <a:ln w="12700">
            <a:noFill/>
            <a:miter lim="4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50800" tIns="50800" rIns="50800" bIns="50800" anchor="ctr"/>
          <a:lstStyle/>
          <a:p>
            <a:pPr>
              <a:defRPr sz="3200">
                <a:solidFill>
                  <a:srgbClr val="FFFFFF"/>
                </a:solidFill>
                <a:latin typeface="+mn-lt"/>
                <a:ea typeface="+mn-ea"/>
                <a:cs typeface="+mn-cs"/>
                <a:sym typeface="Helvetica Light"/>
              </a:defRPr>
            </a:pPr>
            <a:endParaRPr lang="en-US" sz="2800">
              <a:solidFill>
                <a:srgbClr val="FFC000"/>
              </a:solidFill>
              <a:latin typeface="Arial" panose="020B0604020202020204" pitchFamily="34" charset="0"/>
              <a:cs typeface="Arial" panose="020B0604020202020204" pitchFamily="34" charset="0"/>
            </a:endParaRPr>
          </a:p>
          <a:p>
            <a:pPr algn="l">
              <a:defRPr sz="3200">
                <a:solidFill>
                  <a:srgbClr val="FFFFFF"/>
                </a:solidFill>
                <a:latin typeface="+mn-lt"/>
                <a:ea typeface="+mn-ea"/>
                <a:cs typeface="+mn-cs"/>
                <a:sym typeface="Helvetica Light"/>
              </a:defRPr>
            </a:pPr>
            <a:r>
              <a:rPr lang="en-US" sz="1800" b="1">
                <a:solidFill>
                  <a:srgbClr val="FFC000"/>
                </a:solidFill>
                <a:latin typeface="Arial" panose="020B0604020202020204" pitchFamily="34" charset="0"/>
                <a:cs typeface="Arial" panose="020B0604020202020204" pitchFamily="34" charset="0"/>
              </a:rPr>
              <a:t>II. CƠ SỞ LÍ THUYẾT:</a:t>
            </a:r>
          </a:p>
          <a:p>
            <a:pPr lvl="0">
              <a:lnSpc>
                <a:spcPct val="100000"/>
              </a:lnSpc>
              <a:defRPr sz="3200">
                <a:solidFill>
                  <a:srgbClr val="FFFFFF"/>
                </a:solidFill>
                <a:latin typeface="+mn-lt"/>
                <a:ea typeface="+mn-ea"/>
                <a:cs typeface="+mn-cs"/>
                <a:sym typeface="Helvetica Light"/>
              </a:defRPr>
            </a:pPr>
            <a:endParaRPr sz="2800" dirty="0">
              <a:solidFill>
                <a:srgbClr val="FFC000"/>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87E188BB-33FF-9CA1-3F06-D448B1F734FA}"/>
              </a:ext>
            </a:extLst>
          </p:cNvPr>
          <p:cNvPicPr>
            <a:picLocks noChangeAspect="1"/>
          </p:cNvPicPr>
          <p:nvPr/>
        </p:nvPicPr>
        <p:blipFill>
          <a:blip r:embed="rId2"/>
          <a:stretch>
            <a:fillRect/>
          </a:stretch>
        </p:blipFill>
        <p:spPr>
          <a:xfrm>
            <a:off x="2895600" y="971550"/>
            <a:ext cx="2669786" cy="3518045"/>
          </a:xfrm>
          <a:prstGeom prst="rect">
            <a:avLst/>
          </a:prstGeom>
        </p:spPr>
      </p:pic>
      <p:pic>
        <p:nvPicPr>
          <p:cNvPr id="9" name="Picture 8">
            <a:extLst>
              <a:ext uri="{FF2B5EF4-FFF2-40B4-BE49-F238E27FC236}">
                <a16:creationId xmlns:a16="http://schemas.microsoft.com/office/drawing/2014/main" id="{B4EA9EC5-2AC9-8FE2-C378-0533A08836CA}"/>
              </a:ext>
            </a:extLst>
          </p:cNvPr>
          <p:cNvPicPr>
            <a:picLocks noChangeAspect="1"/>
          </p:cNvPicPr>
          <p:nvPr/>
        </p:nvPicPr>
        <p:blipFill>
          <a:blip r:embed="rId3"/>
          <a:stretch>
            <a:fillRect/>
          </a:stretch>
        </p:blipFill>
        <p:spPr>
          <a:xfrm>
            <a:off x="831996" y="1291497"/>
            <a:ext cx="7196674" cy="2880453"/>
          </a:xfrm>
          <a:prstGeom prst="rect">
            <a:avLst/>
          </a:prstGeom>
        </p:spPr>
      </p:pic>
    </p:spTree>
    <p:extLst>
      <p:ext uri="{BB962C8B-B14F-4D97-AF65-F5344CB8AC3E}">
        <p14:creationId xmlns:p14="http://schemas.microsoft.com/office/powerpoint/2010/main" val="29734157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BD38C-6ACE-581A-7FE6-F57C445201D3}"/>
            </a:ext>
          </a:extLst>
        </p:cNvPr>
        <p:cNvGrpSpPr/>
        <p:nvPr/>
      </p:nvGrpSpPr>
      <p:grpSpPr>
        <a:xfrm>
          <a:off x="0" y="0"/>
          <a:ext cx="0" cy="0"/>
          <a:chOff x="0" y="0"/>
          <a:chExt cx="0" cy="0"/>
        </a:xfrm>
      </p:grpSpPr>
      <p:sp>
        <p:nvSpPr>
          <p:cNvPr id="12" name="Shape 2733">
            <a:extLst>
              <a:ext uri="{FF2B5EF4-FFF2-40B4-BE49-F238E27FC236}">
                <a16:creationId xmlns:a16="http://schemas.microsoft.com/office/drawing/2014/main" id="{4517F86C-343B-A0BA-B4E0-F54DC71BA3E5}"/>
              </a:ext>
            </a:extLst>
          </p:cNvPr>
          <p:cNvSpPr/>
          <p:nvPr/>
        </p:nvSpPr>
        <p:spPr>
          <a:xfrm>
            <a:off x="762000" y="242170"/>
            <a:ext cx="7262403" cy="510195"/>
          </a:xfrm>
          <a:prstGeom prst="rect">
            <a:avLst/>
          </a:prstGeom>
          <a:solidFill>
            <a:srgbClr val="0079A5"/>
          </a:solidFill>
          <a:ln w="12700">
            <a:noFill/>
            <a:miter lim="4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50800" tIns="50800" rIns="50800" bIns="50800" anchor="ctr"/>
          <a:lstStyle/>
          <a:p>
            <a:pPr>
              <a:defRPr sz="3200">
                <a:solidFill>
                  <a:srgbClr val="FFFFFF"/>
                </a:solidFill>
                <a:latin typeface="+mn-lt"/>
                <a:ea typeface="+mn-ea"/>
                <a:cs typeface="+mn-cs"/>
                <a:sym typeface="Helvetica Light"/>
              </a:defRPr>
            </a:pPr>
            <a:endParaRPr lang="en-US" sz="2800">
              <a:solidFill>
                <a:srgbClr val="FFC000"/>
              </a:solidFill>
              <a:latin typeface="Arial" panose="020B0604020202020204" pitchFamily="34" charset="0"/>
              <a:cs typeface="Arial" panose="020B0604020202020204" pitchFamily="34" charset="0"/>
            </a:endParaRPr>
          </a:p>
          <a:p>
            <a:pPr algn="l">
              <a:defRPr sz="3200">
                <a:solidFill>
                  <a:srgbClr val="FFFFFF"/>
                </a:solidFill>
                <a:latin typeface="+mn-lt"/>
                <a:ea typeface="+mn-ea"/>
                <a:cs typeface="+mn-cs"/>
                <a:sym typeface="Helvetica Light"/>
              </a:defRPr>
            </a:pPr>
            <a:r>
              <a:rPr lang="en-US" sz="1800" b="1">
                <a:solidFill>
                  <a:srgbClr val="FFC000"/>
                </a:solidFill>
                <a:latin typeface="Arial" panose="020B0604020202020204" pitchFamily="34" charset="0"/>
                <a:cs typeface="Arial" panose="020B0604020202020204" pitchFamily="34" charset="0"/>
              </a:rPr>
              <a:t>2.1 Bộ điều khiển LQR:</a:t>
            </a:r>
          </a:p>
          <a:p>
            <a:pPr lvl="0">
              <a:lnSpc>
                <a:spcPct val="100000"/>
              </a:lnSpc>
              <a:defRPr sz="3200">
                <a:solidFill>
                  <a:srgbClr val="FFFFFF"/>
                </a:solidFill>
                <a:latin typeface="+mn-lt"/>
                <a:ea typeface="+mn-ea"/>
                <a:cs typeface="+mn-cs"/>
                <a:sym typeface="Helvetica Light"/>
              </a:defRPr>
            </a:pPr>
            <a:endParaRPr sz="2800" dirty="0">
              <a:solidFill>
                <a:srgbClr val="FFC00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123834A1-C378-9EDB-4893-FE4D5961CF7A}"/>
              </a:ext>
            </a:extLst>
          </p:cNvPr>
          <p:cNvGrpSpPr/>
          <p:nvPr/>
        </p:nvGrpSpPr>
        <p:grpSpPr>
          <a:xfrm>
            <a:off x="1822174" y="1790648"/>
            <a:ext cx="4876800" cy="2247931"/>
            <a:chOff x="2163807" y="2332264"/>
            <a:chExt cx="4458789" cy="2110799"/>
          </a:xfrm>
        </p:grpSpPr>
        <p:sp>
          <p:nvSpPr>
            <p:cNvPr id="6" name="TextBox 5">
              <a:extLst>
                <a:ext uri="{FF2B5EF4-FFF2-40B4-BE49-F238E27FC236}">
                  <a16:creationId xmlns:a16="http://schemas.microsoft.com/office/drawing/2014/main" id="{FAE0AF4E-5BCF-4878-E14C-9AE02007DC41}"/>
                </a:ext>
              </a:extLst>
            </p:cNvPr>
            <p:cNvSpPr txBox="1"/>
            <p:nvPr/>
          </p:nvSpPr>
          <p:spPr>
            <a:xfrm>
              <a:off x="2163807" y="4154062"/>
              <a:ext cx="4458789" cy="289001"/>
            </a:xfrm>
            <a:prstGeom prst="rect">
              <a:avLst/>
            </a:prstGeom>
            <a:noFill/>
          </p:spPr>
          <p:txBody>
            <a:bodyPr wrap="square" rtlCol="0">
              <a:spAutoFit/>
            </a:bodyPr>
            <a:lstStyle/>
            <a:p>
              <a:pPr algn="ctr"/>
              <a:r>
                <a:rPr lang="en-US" sz="1400" i="1">
                  <a:latin typeface="Times New Roman" panose="02020603050405020304" pitchFamily="18" charset="0"/>
                  <a:cs typeface="Times New Roman" panose="02020603050405020304" pitchFamily="18" charset="0"/>
                </a:rPr>
                <a:t>Hình 2. Sơ đồ khối bộ </a:t>
              </a:r>
              <a:r>
                <a:rPr lang="en-US" sz="1400" i="1" dirty="0">
                  <a:latin typeface="Times New Roman" panose="02020603050405020304" pitchFamily="18" charset="0"/>
                  <a:cs typeface="Times New Roman" panose="02020603050405020304" pitchFamily="18" charset="0"/>
                </a:rPr>
                <a:t>điều khiển LQR</a:t>
              </a:r>
            </a:p>
          </p:txBody>
        </p:sp>
        <p:pic>
          <p:nvPicPr>
            <p:cNvPr id="2" name="Picture 1">
              <a:extLst>
                <a:ext uri="{FF2B5EF4-FFF2-40B4-BE49-F238E27FC236}">
                  <a16:creationId xmlns:a16="http://schemas.microsoft.com/office/drawing/2014/main" id="{BCB589A2-0663-BF86-8E83-B8A84B249D2E}"/>
                </a:ext>
              </a:extLst>
            </p:cNvPr>
            <p:cNvPicPr>
              <a:picLocks noChangeAspect="1"/>
            </p:cNvPicPr>
            <p:nvPr/>
          </p:nvPicPr>
          <p:blipFill>
            <a:blip r:embed="rId3"/>
            <a:stretch>
              <a:fillRect/>
            </a:stretch>
          </p:blipFill>
          <p:spPr>
            <a:xfrm>
              <a:off x="2819400" y="2332264"/>
              <a:ext cx="3200400" cy="1839686"/>
            </a:xfrm>
            <a:prstGeom prst="rect">
              <a:avLst/>
            </a:prstGeom>
          </p:spPr>
        </p:pic>
      </p:grpSp>
      <p:graphicFrame>
        <p:nvGraphicFramePr>
          <p:cNvPr id="7" name="Object 6">
            <a:extLst>
              <a:ext uri="{FF2B5EF4-FFF2-40B4-BE49-F238E27FC236}">
                <a16:creationId xmlns:a16="http://schemas.microsoft.com/office/drawing/2014/main" id="{851BC7CB-8C87-81E7-F10A-5495D570E256}"/>
              </a:ext>
            </a:extLst>
          </p:cNvPr>
          <p:cNvGraphicFramePr>
            <a:graphicFrameLocks noChangeAspect="1"/>
          </p:cNvGraphicFramePr>
          <p:nvPr>
            <p:extLst>
              <p:ext uri="{D42A27DB-BD31-4B8C-83A1-F6EECF244321}">
                <p14:modId xmlns:p14="http://schemas.microsoft.com/office/powerpoint/2010/main" val="2603106949"/>
              </p:ext>
            </p:extLst>
          </p:nvPr>
        </p:nvGraphicFramePr>
        <p:xfrm>
          <a:off x="1050131" y="4171950"/>
          <a:ext cx="1557338" cy="228600"/>
        </p:xfrm>
        <a:graphic>
          <a:graphicData uri="http://schemas.openxmlformats.org/presentationml/2006/ole">
            <mc:AlternateContent xmlns:mc="http://schemas.openxmlformats.org/markup-compatibility/2006">
              <mc:Choice xmlns:v="urn:schemas-microsoft-com:vml" Requires="v">
                <p:oleObj name="Equation" r:id="rId4" imgW="1384200" imgH="203040" progId="Equation.DSMT4">
                  <p:embed/>
                </p:oleObj>
              </mc:Choice>
              <mc:Fallback>
                <p:oleObj name="Equation" r:id="rId4" imgW="1384200" imgH="203040" progId="Equation.DSMT4">
                  <p:embed/>
                  <p:pic>
                    <p:nvPicPr>
                      <p:cNvPr id="0" name=""/>
                      <p:cNvPicPr/>
                      <p:nvPr/>
                    </p:nvPicPr>
                    <p:blipFill>
                      <a:blip r:embed="rId5"/>
                      <a:stretch>
                        <a:fillRect/>
                      </a:stretch>
                    </p:blipFill>
                    <p:spPr>
                      <a:xfrm>
                        <a:off x="1050131" y="4171950"/>
                        <a:ext cx="1557338" cy="228600"/>
                      </a:xfrm>
                      <a:prstGeom prst="rect">
                        <a:avLst/>
                      </a:prstGeom>
                    </p:spPr>
                  </p:pic>
                </p:oleObj>
              </mc:Fallback>
            </mc:AlternateContent>
          </a:graphicData>
        </a:graphic>
      </p:graphicFrame>
      <p:grpSp>
        <p:nvGrpSpPr>
          <p:cNvPr id="14" name="Group 13">
            <a:extLst>
              <a:ext uri="{FF2B5EF4-FFF2-40B4-BE49-F238E27FC236}">
                <a16:creationId xmlns:a16="http://schemas.microsoft.com/office/drawing/2014/main" id="{198B63B5-A485-2F43-E403-D8E43B251F15}"/>
              </a:ext>
            </a:extLst>
          </p:cNvPr>
          <p:cNvGrpSpPr/>
          <p:nvPr/>
        </p:nvGrpSpPr>
        <p:grpSpPr>
          <a:xfrm>
            <a:off x="904461" y="718003"/>
            <a:ext cx="4581939" cy="1336977"/>
            <a:chOff x="904461" y="718003"/>
            <a:chExt cx="4581939" cy="1336977"/>
          </a:xfrm>
        </p:grpSpPr>
        <p:graphicFrame>
          <p:nvGraphicFramePr>
            <p:cNvPr id="8" name="Object 7">
              <a:extLst>
                <a:ext uri="{FF2B5EF4-FFF2-40B4-BE49-F238E27FC236}">
                  <a16:creationId xmlns:a16="http://schemas.microsoft.com/office/drawing/2014/main" id="{E168B0B5-9FED-5D02-7A7C-357CFBEF8DB4}"/>
                </a:ext>
              </a:extLst>
            </p:cNvPr>
            <p:cNvGraphicFramePr>
              <a:graphicFrameLocks noChangeAspect="1"/>
            </p:cNvGraphicFramePr>
            <p:nvPr>
              <p:extLst>
                <p:ext uri="{D42A27DB-BD31-4B8C-83A1-F6EECF244321}">
                  <p14:modId xmlns:p14="http://schemas.microsoft.com/office/powerpoint/2010/main" val="2123835232"/>
                </p:ext>
              </p:extLst>
            </p:nvPr>
          </p:nvGraphicFramePr>
          <p:xfrm>
            <a:off x="1447800" y="1104921"/>
            <a:ext cx="1257300" cy="203200"/>
          </p:xfrm>
          <a:graphic>
            <a:graphicData uri="http://schemas.openxmlformats.org/presentationml/2006/ole">
              <mc:AlternateContent xmlns:mc="http://schemas.openxmlformats.org/markup-compatibility/2006">
                <mc:Choice xmlns:v="urn:schemas-microsoft-com:vml" Requires="v">
                  <p:oleObj name="Equation" r:id="rId6" imgW="1257120" imgH="203040" progId="Equation.DSMT4">
                    <p:embed/>
                  </p:oleObj>
                </mc:Choice>
                <mc:Fallback>
                  <p:oleObj name="Equation" r:id="rId6" imgW="1257120" imgH="203040" progId="Equation.DSMT4">
                    <p:embed/>
                    <p:pic>
                      <p:nvPicPr>
                        <p:cNvPr id="0" name=""/>
                        <p:cNvPicPr/>
                        <p:nvPr/>
                      </p:nvPicPr>
                      <p:blipFill>
                        <a:blip r:embed="rId7"/>
                        <a:stretch>
                          <a:fillRect/>
                        </a:stretch>
                      </p:blipFill>
                      <p:spPr>
                        <a:xfrm>
                          <a:off x="1447800" y="1104921"/>
                          <a:ext cx="1257300" cy="203200"/>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8A7FB9F3-BDC7-BE06-0002-745ED9D0F817}"/>
                </a:ext>
              </a:extLst>
            </p:cNvPr>
            <p:cNvPicPr>
              <a:picLocks noChangeAspect="1"/>
            </p:cNvPicPr>
            <p:nvPr/>
          </p:nvPicPr>
          <p:blipFill>
            <a:blip r:embed="rId8"/>
            <a:stretch>
              <a:fillRect/>
            </a:stretch>
          </p:blipFill>
          <p:spPr>
            <a:xfrm>
              <a:off x="1295400" y="1390610"/>
              <a:ext cx="1933792" cy="664370"/>
            </a:xfrm>
            <a:prstGeom prst="rect">
              <a:avLst/>
            </a:prstGeom>
          </p:spPr>
        </p:pic>
        <p:sp>
          <p:nvSpPr>
            <p:cNvPr id="13" name="TextBox 12">
              <a:extLst>
                <a:ext uri="{FF2B5EF4-FFF2-40B4-BE49-F238E27FC236}">
                  <a16:creationId xmlns:a16="http://schemas.microsoft.com/office/drawing/2014/main" id="{E148642E-8EF6-3CFD-BAD8-5DEDE41914B4}"/>
                </a:ext>
              </a:extLst>
            </p:cNvPr>
            <p:cNvSpPr txBox="1"/>
            <p:nvPr/>
          </p:nvSpPr>
          <p:spPr>
            <a:xfrm>
              <a:off x="904461" y="718003"/>
              <a:ext cx="4581939" cy="360291"/>
            </a:xfrm>
            <a:prstGeom prst="rect">
              <a:avLst/>
            </a:prstGeom>
            <a:noFill/>
          </p:spPr>
          <p:txBody>
            <a:bodyPr wrap="square">
              <a:spAutoFit/>
            </a:bodyPr>
            <a:lstStyle/>
            <a:p>
              <a:pPr marL="0" marR="0" indent="457200" algn="just">
                <a:lnSpc>
                  <a:spcPct val="150000"/>
                </a:lnSpc>
                <a:spcBef>
                  <a:spcPts val="0"/>
                </a:spcBef>
                <a:spcAft>
                  <a:spcPts val="400"/>
                </a:spcAft>
              </a:pPr>
              <a:r>
                <a:rPr lang="en-US" sz="1300" kern="0">
                  <a:effectLst/>
                  <a:latin typeface="Times New Roman" panose="02020603050405020304" pitchFamily="18" charset="0"/>
                  <a:ea typeface="Calibri" panose="020F0502020204030204" pitchFamily="34" charset="0"/>
                  <a:cs typeface="Times New Roman" panose="02020603050405020304" pitchFamily="18" charset="0"/>
                </a:rPr>
                <a:t>Đối tượng tuyến tính mô tả bởi phương trình trạng thái:</a:t>
              </a:r>
              <a:endParaRPr lang="en-US" sz="1300" kern="10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39360787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BD38C-6ACE-581A-7FE6-F57C445201D3}"/>
            </a:ext>
          </a:extLst>
        </p:cNvPr>
        <p:cNvGrpSpPr/>
        <p:nvPr/>
      </p:nvGrpSpPr>
      <p:grpSpPr>
        <a:xfrm>
          <a:off x="0" y="0"/>
          <a:ext cx="0" cy="0"/>
          <a:chOff x="0" y="0"/>
          <a:chExt cx="0" cy="0"/>
        </a:xfrm>
      </p:grpSpPr>
      <p:sp>
        <p:nvSpPr>
          <p:cNvPr id="12" name="Shape 2733">
            <a:extLst>
              <a:ext uri="{FF2B5EF4-FFF2-40B4-BE49-F238E27FC236}">
                <a16:creationId xmlns:a16="http://schemas.microsoft.com/office/drawing/2014/main" id="{4517F86C-343B-A0BA-B4E0-F54DC71BA3E5}"/>
              </a:ext>
            </a:extLst>
          </p:cNvPr>
          <p:cNvSpPr/>
          <p:nvPr/>
        </p:nvSpPr>
        <p:spPr>
          <a:xfrm>
            <a:off x="762000" y="242170"/>
            <a:ext cx="7262403" cy="510195"/>
          </a:xfrm>
          <a:prstGeom prst="rect">
            <a:avLst/>
          </a:prstGeom>
          <a:solidFill>
            <a:srgbClr val="0079A5"/>
          </a:solidFill>
          <a:ln w="12700">
            <a:noFill/>
            <a:miter lim="4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50800" tIns="50800" rIns="50800" bIns="50800" anchor="ctr"/>
          <a:lstStyle/>
          <a:p>
            <a:pPr>
              <a:defRPr sz="3200">
                <a:solidFill>
                  <a:srgbClr val="FFFFFF"/>
                </a:solidFill>
                <a:latin typeface="+mn-lt"/>
                <a:ea typeface="+mn-ea"/>
                <a:cs typeface="+mn-cs"/>
                <a:sym typeface="Helvetica Light"/>
              </a:defRPr>
            </a:pPr>
            <a:endParaRPr lang="en-US" sz="2800">
              <a:solidFill>
                <a:srgbClr val="FFC000"/>
              </a:solidFill>
              <a:latin typeface="Arial" panose="020B0604020202020204" pitchFamily="34" charset="0"/>
              <a:cs typeface="Arial" panose="020B0604020202020204" pitchFamily="34" charset="0"/>
            </a:endParaRPr>
          </a:p>
          <a:p>
            <a:pPr algn="l">
              <a:defRPr sz="3200">
                <a:solidFill>
                  <a:srgbClr val="FFFFFF"/>
                </a:solidFill>
                <a:latin typeface="+mn-lt"/>
                <a:ea typeface="+mn-ea"/>
                <a:cs typeface="+mn-cs"/>
                <a:sym typeface="Helvetica Light"/>
              </a:defRPr>
            </a:pPr>
            <a:r>
              <a:rPr lang="en-US" sz="1800" b="1">
                <a:solidFill>
                  <a:srgbClr val="FFC000"/>
                </a:solidFill>
                <a:latin typeface="Arial" panose="020B0604020202020204" pitchFamily="34" charset="0"/>
                <a:cs typeface="Arial" panose="020B0604020202020204" pitchFamily="34" charset="0"/>
              </a:rPr>
              <a:t>2.2 Bộ lọc Kalman:</a:t>
            </a:r>
          </a:p>
          <a:p>
            <a:pPr lvl="0">
              <a:lnSpc>
                <a:spcPct val="100000"/>
              </a:lnSpc>
              <a:defRPr sz="3200">
                <a:solidFill>
                  <a:srgbClr val="FFFFFF"/>
                </a:solidFill>
                <a:latin typeface="+mn-lt"/>
                <a:ea typeface="+mn-ea"/>
                <a:cs typeface="+mn-cs"/>
                <a:sym typeface="Helvetica Light"/>
              </a:defRPr>
            </a:pPr>
            <a:endParaRPr sz="2800" dirty="0">
              <a:solidFill>
                <a:srgbClr val="FFC000"/>
              </a:solidFill>
              <a:latin typeface="Arial" panose="020B0604020202020204" pitchFamily="34" charset="0"/>
              <a:cs typeface="Arial" panose="020B0604020202020204" pitchFamily="34" charset="0"/>
            </a:endParaRPr>
          </a:p>
        </p:txBody>
      </p:sp>
      <p:pic>
        <p:nvPicPr>
          <p:cNvPr id="5" name="Picture 4" descr="Diagram, schematic&#10;&#10;Description automatically generated">
            <a:extLst>
              <a:ext uri="{FF2B5EF4-FFF2-40B4-BE49-F238E27FC236}">
                <a16:creationId xmlns:a16="http://schemas.microsoft.com/office/drawing/2014/main" id="{4B431144-469D-3D24-FFF8-369B48222C4F}"/>
              </a:ext>
            </a:extLst>
          </p:cNvPr>
          <p:cNvPicPr>
            <a:picLocks/>
          </p:cNvPicPr>
          <p:nvPr/>
        </p:nvPicPr>
        <p:blipFill>
          <a:blip r:embed="rId3"/>
          <a:stretch>
            <a:fillRect/>
          </a:stretch>
        </p:blipFill>
        <p:spPr>
          <a:xfrm>
            <a:off x="1219200" y="1720291"/>
            <a:ext cx="3599815" cy="1799590"/>
          </a:xfrm>
          <a:prstGeom prst="rect">
            <a:avLst/>
          </a:prstGeom>
        </p:spPr>
      </p:pic>
      <p:sp>
        <p:nvSpPr>
          <p:cNvPr id="7" name="TextBox 6">
            <a:extLst>
              <a:ext uri="{FF2B5EF4-FFF2-40B4-BE49-F238E27FC236}">
                <a16:creationId xmlns:a16="http://schemas.microsoft.com/office/drawing/2014/main" id="{3107DF19-A3AD-1045-D8EA-D0774DD60D41}"/>
              </a:ext>
            </a:extLst>
          </p:cNvPr>
          <p:cNvSpPr txBox="1"/>
          <p:nvPr/>
        </p:nvSpPr>
        <p:spPr>
          <a:xfrm>
            <a:off x="1828800" y="3618145"/>
            <a:ext cx="1856598" cy="307777"/>
          </a:xfrm>
          <a:prstGeom prst="rect">
            <a:avLst/>
          </a:prstGeom>
          <a:noFill/>
        </p:spPr>
        <p:txBody>
          <a:bodyPr wrap="none" rtlCol="0">
            <a:spAutoFit/>
          </a:bodyPr>
          <a:lstStyle/>
          <a:p>
            <a:r>
              <a:rPr lang="en-US" sz="1400">
                <a:latin typeface="Times New Roman" panose="02020603050405020304" pitchFamily="18" charset="0"/>
                <a:cs typeface="Times New Roman" panose="02020603050405020304" pitchFamily="18" charset="0"/>
              </a:rPr>
              <a:t>Hình 3. Bộ lọc Kalman</a:t>
            </a:r>
          </a:p>
        </p:txBody>
      </p:sp>
      <p:grpSp>
        <p:nvGrpSpPr>
          <p:cNvPr id="11" name="Group 10">
            <a:extLst>
              <a:ext uri="{FF2B5EF4-FFF2-40B4-BE49-F238E27FC236}">
                <a16:creationId xmlns:a16="http://schemas.microsoft.com/office/drawing/2014/main" id="{1E438541-C135-7250-FA51-342866242986}"/>
              </a:ext>
            </a:extLst>
          </p:cNvPr>
          <p:cNvGrpSpPr/>
          <p:nvPr/>
        </p:nvGrpSpPr>
        <p:grpSpPr>
          <a:xfrm>
            <a:off x="152785" y="859281"/>
            <a:ext cx="4976403" cy="820173"/>
            <a:chOff x="152785" y="859281"/>
            <a:chExt cx="4976403" cy="820173"/>
          </a:xfrm>
        </p:grpSpPr>
        <p:sp>
          <p:nvSpPr>
            <p:cNvPr id="4" name="TextBox 3">
              <a:extLst>
                <a:ext uri="{FF2B5EF4-FFF2-40B4-BE49-F238E27FC236}">
                  <a16:creationId xmlns:a16="http://schemas.microsoft.com/office/drawing/2014/main" id="{81EB5444-3671-0FBA-7A88-FCEA9241F373}"/>
                </a:ext>
              </a:extLst>
            </p:cNvPr>
            <p:cNvSpPr txBox="1"/>
            <p:nvPr/>
          </p:nvSpPr>
          <p:spPr>
            <a:xfrm>
              <a:off x="152785" y="859281"/>
              <a:ext cx="4976403" cy="338554"/>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Bộ lọc Kalman liên tục:</a:t>
              </a:r>
            </a:p>
          </p:txBody>
        </p:sp>
        <p:graphicFrame>
          <p:nvGraphicFramePr>
            <p:cNvPr id="8" name="Object 7">
              <a:extLst>
                <a:ext uri="{FF2B5EF4-FFF2-40B4-BE49-F238E27FC236}">
                  <a16:creationId xmlns:a16="http://schemas.microsoft.com/office/drawing/2014/main" id="{ABD825EB-DEC9-26D7-7BC4-9F93D94F5683}"/>
                </a:ext>
              </a:extLst>
            </p:cNvPr>
            <p:cNvGraphicFramePr>
              <a:graphicFrameLocks noChangeAspect="1"/>
            </p:cNvGraphicFramePr>
            <p:nvPr>
              <p:extLst>
                <p:ext uri="{D42A27DB-BD31-4B8C-83A1-F6EECF244321}">
                  <p14:modId xmlns:p14="http://schemas.microsoft.com/office/powerpoint/2010/main" val="2108144195"/>
                </p:ext>
              </p:extLst>
            </p:nvPr>
          </p:nvGraphicFramePr>
          <p:xfrm>
            <a:off x="1676400" y="1123829"/>
            <a:ext cx="2589213" cy="555625"/>
          </p:xfrm>
          <a:graphic>
            <a:graphicData uri="http://schemas.openxmlformats.org/presentationml/2006/ole">
              <mc:AlternateContent xmlns:mc="http://schemas.openxmlformats.org/markup-compatibility/2006">
                <mc:Choice xmlns:v="urn:schemas-microsoft-com:vml" Requires="v">
                  <p:oleObj name="Equation" r:id="rId4" imgW="2588729" imgH="556129" progId="Equation.DSMT4">
                    <p:embed/>
                  </p:oleObj>
                </mc:Choice>
                <mc:Fallback>
                  <p:oleObj name="Equation" r:id="rId4" imgW="2588729" imgH="556129" progId="Equation.DSMT4">
                    <p:embed/>
                    <p:pic>
                      <p:nvPicPr>
                        <p:cNvPr id="0" name=""/>
                        <p:cNvPicPr/>
                        <p:nvPr/>
                      </p:nvPicPr>
                      <p:blipFill>
                        <a:blip r:embed="rId5"/>
                        <a:stretch>
                          <a:fillRect/>
                        </a:stretch>
                      </p:blipFill>
                      <p:spPr>
                        <a:xfrm>
                          <a:off x="1676400" y="1123829"/>
                          <a:ext cx="2589213" cy="555625"/>
                        </a:xfrm>
                        <a:prstGeom prst="rect">
                          <a:avLst/>
                        </a:prstGeom>
                      </p:spPr>
                    </p:pic>
                  </p:oleObj>
                </mc:Fallback>
              </mc:AlternateContent>
            </a:graphicData>
          </a:graphic>
        </p:graphicFrame>
      </p:grpSp>
      <p:grpSp>
        <p:nvGrpSpPr>
          <p:cNvPr id="14" name="Group 13">
            <a:extLst>
              <a:ext uri="{FF2B5EF4-FFF2-40B4-BE49-F238E27FC236}">
                <a16:creationId xmlns:a16="http://schemas.microsoft.com/office/drawing/2014/main" id="{01005B07-F396-DE7C-FE69-C58358B351A5}"/>
              </a:ext>
            </a:extLst>
          </p:cNvPr>
          <p:cNvGrpSpPr/>
          <p:nvPr/>
        </p:nvGrpSpPr>
        <p:grpSpPr>
          <a:xfrm>
            <a:off x="1219200" y="4171950"/>
            <a:ext cx="3442355" cy="492057"/>
            <a:chOff x="1600200" y="3954296"/>
            <a:chExt cx="3442355" cy="492057"/>
          </a:xfrm>
        </p:grpSpPr>
        <p:graphicFrame>
          <p:nvGraphicFramePr>
            <p:cNvPr id="10" name="Object 9">
              <a:extLst>
                <a:ext uri="{FF2B5EF4-FFF2-40B4-BE49-F238E27FC236}">
                  <a16:creationId xmlns:a16="http://schemas.microsoft.com/office/drawing/2014/main" id="{9FE6501B-0616-8D80-AB9D-1A4C59E9A9B0}"/>
                </a:ext>
              </a:extLst>
            </p:cNvPr>
            <p:cNvGraphicFramePr>
              <a:graphicFrameLocks noChangeAspect="1"/>
            </p:cNvGraphicFramePr>
            <p:nvPr>
              <p:extLst>
                <p:ext uri="{D42A27DB-BD31-4B8C-83A1-F6EECF244321}">
                  <p14:modId xmlns:p14="http://schemas.microsoft.com/office/powerpoint/2010/main" val="2213848742"/>
                </p:ext>
              </p:extLst>
            </p:nvPr>
          </p:nvGraphicFramePr>
          <p:xfrm>
            <a:off x="1752600" y="3954296"/>
            <a:ext cx="2212975" cy="254000"/>
          </p:xfrm>
          <a:graphic>
            <a:graphicData uri="http://schemas.openxmlformats.org/presentationml/2006/ole">
              <mc:AlternateContent xmlns:mc="http://schemas.openxmlformats.org/markup-compatibility/2006">
                <mc:Choice xmlns:v="urn:schemas-microsoft-com:vml" Requires="v">
                  <p:oleObj name="Equation" r:id="rId6" imgW="1765080" imgH="203040" progId="Equation.DSMT4">
                    <p:embed/>
                  </p:oleObj>
                </mc:Choice>
                <mc:Fallback>
                  <p:oleObj name="Equation" r:id="rId6" imgW="1765080" imgH="203040" progId="Equation.DSMT4">
                    <p:embed/>
                    <p:pic>
                      <p:nvPicPr>
                        <p:cNvPr id="0" name=""/>
                        <p:cNvPicPr/>
                        <p:nvPr/>
                      </p:nvPicPr>
                      <p:blipFill>
                        <a:blip r:embed="rId7"/>
                        <a:stretch>
                          <a:fillRect/>
                        </a:stretch>
                      </p:blipFill>
                      <p:spPr>
                        <a:xfrm>
                          <a:off x="1752600" y="3954296"/>
                          <a:ext cx="2212975" cy="254000"/>
                        </a:xfrm>
                        <a:prstGeom prst="rect">
                          <a:avLst/>
                        </a:prstGeom>
                      </p:spPr>
                    </p:pic>
                  </p:oleObj>
                </mc:Fallback>
              </mc:AlternateContent>
            </a:graphicData>
          </a:graphic>
        </p:graphicFrame>
        <p:sp>
          <p:nvSpPr>
            <p:cNvPr id="13" name="TextBox 12">
              <a:extLst>
                <a:ext uri="{FF2B5EF4-FFF2-40B4-BE49-F238E27FC236}">
                  <a16:creationId xmlns:a16="http://schemas.microsoft.com/office/drawing/2014/main" id="{17679C57-48BA-8053-0565-46D3AB0CC98C}"/>
                </a:ext>
              </a:extLst>
            </p:cNvPr>
            <p:cNvSpPr txBox="1"/>
            <p:nvPr/>
          </p:nvSpPr>
          <p:spPr>
            <a:xfrm>
              <a:off x="1600200" y="4138576"/>
              <a:ext cx="3442355" cy="307777"/>
            </a:xfrm>
            <a:prstGeom prst="rect">
              <a:avLst/>
            </a:prstGeom>
            <a:noFill/>
          </p:spPr>
          <p:txBody>
            <a:bodyPr wrap="square" rtlCol="0">
              <a:spAutoFit/>
            </a:bodyPr>
            <a:lstStyle/>
            <a:p>
              <a:r>
                <a:rPr lang="en-US" sz="1400">
                  <a:latin typeface="Times New Roman" panose="02020603050405020304" pitchFamily="18" charset="0"/>
                  <a:cs typeface="Times New Roman" panose="02020603050405020304" pitchFamily="18" charset="0"/>
                </a:rPr>
                <a:t>Với G là ma trận đơn vị</a:t>
              </a:r>
            </a:p>
          </p:txBody>
        </p:sp>
      </p:grpSp>
      <p:pic>
        <p:nvPicPr>
          <p:cNvPr id="15" name="Picture 14">
            <a:extLst>
              <a:ext uri="{FF2B5EF4-FFF2-40B4-BE49-F238E27FC236}">
                <a16:creationId xmlns:a16="http://schemas.microsoft.com/office/drawing/2014/main" id="{52A48960-BCBB-0905-3A24-3D90CB924F00}"/>
              </a:ext>
            </a:extLst>
          </p:cNvPr>
          <p:cNvPicPr>
            <a:picLocks noChangeAspect="1"/>
          </p:cNvPicPr>
          <p:nvPr/>
        </p:nvPicPr>
        <p:blipFill>
          <a:blip r:embed="rId8"/>
          <a:stretch>
            <a:fillRect/>
          </a:stretch>
        </p:blipFill>
        <p:spPr>
          <a:xfrm>
            <a:off x="4953000" y="1885950"/>
            <a:ext cx="3514620" cy="1504312"/>
          </a:xfrm>
          <a:prstGeom prst="rect">
            <a:avLst/>
          </a:prstGeom>
        </p:spPr>
      </p:pic>
    </p:spTree>
    <p:extLst>
      <p:ext uri="{BB962C8B-B14F-4D97-AF65-F5344CB8AC3E}">
        <p14:creationId xmlns:p14="http://schemas.microsoft.com/office/powerpoint/2010/main" val="1374499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arn(inVertical)">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barn(inVertical)">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CE9EB-B081-B3A0-CE56-8BAC99DFC205}"/>
            </a:ext>
          </a:extLst>
        </p:cNvPr>
        <p:cNvGrpSpPr/>
        <p:nvPr/>
      </p:nvGrpSpPr>
      <p:grpSpPr>
        <a:xfrm>
          <a:off x="0" y="0"/>
          <a:ext cx="0" cy="0"/>
          <a:chOff x="0" y="0"/>
          <a:chExt cx="0" cy="0"/>
        </a:xfrm>
      </p:grpSpPr>
      <p:sp>
        <p:nvSpPr>
          <p:cNvPr id="12" name="Shape 2733">
            <a:extLst>
              <a:ext uri="{FF2B5EF4-FFF2-40B4-BE49-F238E27FC236}">
                <a16:creationId xmlns:a16="http://schemas.microsoft.com/office/drawing/2014/main" id="{93F4F95D-DDDD-D8C5-B48A-EA5A738D11EA}"/>
              </a:ext>
            </a:extLst>
          </p:cNvPr>
          <p:cNvSpPr/>
          <p:nvPr/>
        </p:nvSpPr>
        <p:spPr>
          <a:xfrm>
            <a:off x="762000" y="242170"/>
            <a:ext cx="7262403" cy="510195"/>
          </a:xfrm>
          <a:prstGeom prst="rect">
            <a:avLst/>
          </a:prstGeom>
          <a:solidFill>
            <a:srgbClr val="0079A5"/>
          </a:solidFill>
          <a:ln w="12700">
            <a:noFill/>
            <a:miter lim="4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50800" tIns="50800" rIns="50800" bIns="50800" anchor="ctr"/>
          <a:lstStyle/>
          <a:p>
            <a:pPr>
              <a:defRPr sz="3200">
                <a:solidFill>
                  <a:srgbClr val="FFFFFF"/>
                </a:solidFill>
                <a:latin typeface="+mn-lt"/>
                <a:ea typeface="+mn-ea"/>
                <a:cs typeface="+mn-cs"/>
                <a:sym typeface="Helvetica Light"/>
              </a:defRPr>
            </a:pPr>
            <a:endParaRPr lang="en-US" sz="2800">
              <a:solidFill>
                <a:srgbClr val="FFC000"/>
              </a:solidFill>
              <a:latin typeface="Arial" panose="020B0604020202020204" pitchFamily="34" charset="0"/>
              <a:cs typeface="Arial" panose="020B0604020202020204" pitchFamily="34" charset="0"/>
            </a:endParaRPr>
          </a:p>
          <a:p>
            <a:pPr algn="l">
              <a:defRPr sz="3200">
                <a:solidFill>
                  <a:srgbClr val="FFFFFF"/>
                </a:solidFill>
                <a:latin typeface="+mn-lt"/>
                <a:ea typeface="+mn-ea"/>
                <a:cs typeface="+mn-cs"/>
                <a:sym typeface="Helvetica Light"/>
              </a:defRPr>
            </a:pPr>
            <a:r>
              <a:rPr lang="en-US" sz="1800" b="1">
                <a:solidFill>
                  <a:srgbClr val="FFC000"/>
                </a:solidFill>
                <a:latin typeface="Arial" panose="020B0604020202020204" pitchFamily="34" charset="0"/>
                <a:cs typeface="Arial" panose="020B0604020202020204" pitchFamily="34" charset="0"/>
              </a:rPr>
              <a:t>III. NỘI DUNG</a:t>
            </a:r>
          </a:p>
          <a:p>
            <a:pPr lvl="0">
              <a:lnSpc>
                <a:spcPct val="100000"/>
              </a:lnSpc>
              <a:defRPr sz="3200">
                <a:solidFill>
                  <a:srgbClr val="FFFFFF"/>
                </a:solidFill>
                <a:latin typeface="+mn-lt"/>
                <a:ea typeface="+mn-ea"/>
                <a:cs typeface="+mn-cs"/>
                <a:sym typeface="Helvetica Light"/>
              </a:defRPr>
            </a:pPr>
            <a:endParaRPr sz="2800" dirty="0">
              <a:solidFill>
                <a:srgbClr val="FFC000"/>
              </a:solidFill>
              <a:latin typeface="Arial" panose="020B0604020202020204" pitchFamily="34" charset="0"/>
              <a:cs typeface="Arial" panose="020B0604020202020204" pitchFamily="34" charset="0"/>
            </a:endParaRPr>
          </a:p>
        </p:txBody>
      </p:sp>
      <p:grpSp>
        <p:nvGrpSpPr>
          <p:cNvPr id="16" name="Group 15">
            <a:extLst>
              <a:ext uri="{FF2B5EF4-FFF2-40B4-BE49-F238E27FC236}">
                <a16:creationId xmlns:a16="http://schemas.microsoft.com/office/drawing/2014/main" id="{47562224-CA38-907A-EBC6-2FA626CCC885}"/>
              </a:ext>
            </a:extLst>
          </p:cNvPr>
          <p:cNvGrpSpPr/>
          <p:nvPr/>
        </p:nvGrpSpPr>
        <p:grpSpPr>
          <a:xfrm>
            <a:off x="5029202" y="1565459"/>
            <a:ext cx="2133600" cy="2248150"/>
            <a:chOff x="4432300" y="2114550"/>
            <a:chExt cx="2133600" cy="2248150"/>
          </a:xfrm>
          <a:solidFill>
            <a:srgbClr val="CCFFCC"/>
          </a:solidFill>
        </p:grpSpPr>
        <p:pic>
          <p:nvPicPr>
            <p:cNvPr id="10" name="Picture 9">
              <a:extLst>
                <a:ext uri="{FF2B5EF4-FFF2-40B4-BE49-F238E27FC236}">
                  <a16:creationId xmlns:a16="http://schemas.microsoft.com/office/drawing/2014/main" id="{6FC2870C-FDA2-8351-8DBE-8912AE7378DB}"/>
                </a:ext>
              </a:extLst>
            </p:cNvPr>
            <p:cNvPicPr>
              <a:picLocks noChangeAspect="1"/>
            </p:cNvPicPr>
            <p:nvPr/>
          </p:nvPicPr>
          <p:blipFill>
            <a:blip r:embed="rId3"/>
            <a:stretch>
              <a:fillRect/>
            </a:stretch>
          </p:blipFill>
          <p:spPr>
            <a:xfrm>
              <a:off x="4432300" y="2114550"/>
              <a:ext cx="2133600" cy="2248150"/>
            </a:xfrm>
            <a:prstGeom prst="rect">
              <a:avLst/>
            </a:prstGeom>
            <a:grpFill/>
            <a:ln>
              <a:solidFill>
                <a:schemeClr val="tx1"/>
              </a:solidFill>
              <a:prstDash val="dash"/>
            </a:ln>
          </p:spPr>
        </p:pic>
        <p:graphicFrame>
          <p:nvGraphicFramePr>
            <p:cNvPr id="11" name="Object 10">
              <a:extLst>
                <a:ext uri="{FF2B5EF4-FFF2-40B4-BE49-F238E27FC236}">
                  <a16:creationId xmlns:a16="http://schemas.microsoft.com/office/drawing/2014/main" id="{339A0A0D-F073-336B-C2DE-C62D588069D5}"/>
                </a:ext>
              </a:extLst>
            </p:cNvPr>
            <p:cNvGraphicFramePr>
              <a:graphicFrameLocks noChangeAspect="1"/>
            </p:cNvGraphicFramePr>
            <p:nvPr>
              <p:extLst>
                <p:ext uri="{D42A27DB-BD31-4B8C-83A1-F6EECF244321}">
                  <p14:modId xmlns:p14="http://schemas.microsoft.com/office/powerpoint/2010/main" val="3989932272"/>
                </p:ext>
              </p:extLst>
            </p:nvPr>
          </p:nvGraphicFramePr>
          <p:xfrm>
            <a:off x="5499100" y="3819979"/>
            <a:ext cx="977900" cy="177800"/>
          </p:xfrm>
          <a:graphic>
            <a:graphicData uri="http://schemas.openxmlformats.org/presentationml/2006/ole">
              <mc:AlternateContent xmlns:mc="http://schemas.openxmlformats.org/markup-compatibility/2006">
                <mc:Choice xmlns:v="urn:schemas-microsoft-com:vml" Requires="v">
                  <p:oleObj name="Equation" r:id="rId4" imgW="977760" imgH="177480" progId="Equation.DSMT4">
                    <p:embed/>
                  </p:oleObj>
                </mc:Choice>
                <mc:Fallback>
                  <p:oleObj name="Equation" r:id="rId4" imgW="977760" imgH="177480" progId="Equation.DSMT4">
                    <p:embed/>
                    <p:pic>
                      <p:nvPicPr>
                        <p:cNvPr id="4" name="Object 3">
                          <a:extLst>
                            <a:ext uri="{FF2B5EF4-FFF2-40B4-BE49-F238E27FC236}">
                              <a16:creationId xmlns:a16="http://schemas.microsoft.com/office/drawing/2014/main" id="{339A0A0D-F073-336B-C2DE-C62D588069D5}"/>
                            </a:ext>
                          </a:extLst>
                        </p:cNvPr>
                        <p:cNvPicPr/>
                        <p:nvPr/>
                      </p:nvPicPr>
                      <p:blipFill>
                        <a:blip r:embed="rId5"/>
                        <a:stretch>
                          <a:fillRect/>
                        </a:stretch>
                      </p:blipFill>
                      <p:spPr>
                        <a:xfrm>
                          <a:off x="5499100" y="3819979"/>
                          <a:ext cx="977900" cy="177800"/>
                        </a:xfrm>
                        <a:prstGeom prst="rect">
                          <a:avLst/>
                        </a:prstGeom>
                      </p:spPr>
                    </p:pic>
                  </p:oleObj>
                </mc:Fallback>
              </mc:AlternateContent>
            </a:graphicData>
          </a:graphic>
        </p:graphicFrame>
      </p:grpSp>
      <p:grpSp>
        <p:nvGrpSpPr>
          <p:cNvPr id="17" name="Group 16">
            <a:extLst>
              <a:ext uri="{FF2B5EF4-FFF2-40B4-BE49-F238E27FC236}">
                <a16:creationId xmlns:a16="http://schemas.microsoft.com/office/drawing/2014/main" id="{815C8AA3-73EF-E67A-FF4E-C6EDBDEBF3C6}"/>
              </a:ext>
            </a:extLst>
          </p:cNvPr>
          <p:cNvGrpSpPr/>
          <p:nvPr/>
        </p:nvGrpSpPr>
        <p:grpSpPr>
          <a:xfrm>
            <a:off x="1143000" y="1152091"/>
            <a:ext cx="5472973" cy="3340269"/>
            <a:chOff x="1143000" y="1152091"/>
            <a:chExt cx="5472973" cy="3340269"/>
          </a:xfrm>
        </p:grpSpPr>
        <p:sp>
          <p:nvSpPr>
            <p:cNvPr id="2" name="TextBox 1">
              <a:extLst>
                <a:ext uri="{FF2B5EF4-FFF2-40B4-BE49-F238E27FC236}">
                  <a16:creationId xmlns:a16="http://schemas.microsoft.com/office/drawing/2014/main" id="{A3D0EF4E-D552-849C-0BFC-E01BB001A636}"/>
                </a:ext>
              </a:extLst>
            </p:cNvPr>
            <p:cNvSpPr txBox="1"/>
            <p:nvPr/>
          </p:nvSpPr>
          <p:spPr>
            <a:xfrm>
              <a:off x="1143000" y="1152091"/>
              <a:ext cx="5472973" cy="307777"/>
            </a:xfrm>
            <a:prstGeom prst="rect">
              <a:avLst/>
            </a:prstGeom>
            <a:solidFill>
              <a:schemeClr val="bg1"/>
            </a:solidFill>
          </p:spPr>
          <p:txBody>
            <a:bodyPr wrap="none" rtlCol="0">
              <a:spAutoFit/>
            </a:bodyPr>
            <a:lstStyle/>
            <a:p>
              <a:pPr algn="l"/>
              <a:r>
                <a:rPr lang="en-US" sz="1400" kern="0">
                  <a:latin typeface="Times New Roman" panose="02020603050405020304" pitchFamily="18" charset="0"/>
                  <a:ea typeface="Calibri" panose="020F0502020204030204" pitchFamily="34" charset="0"/>
                </a:rPr>
                <a:t>H</a:t>
              </a:r>
              <a:r>
                <a:rPr lang="en-US" sz="1400" kern="0">
                  <a:effectLst/>
                  <a:latin typeface="Times New Roman" panose="02020603050405020304" pitchFamily="18" charset="0"/>
                  <a:ea typeface="Calibri" panose="020F0502020204030204" pitchFamily="34" charset="0"/>
                </a:rPr>
                <a:t>ệ phương trình mô tả hệ thống xe hai bánh tự cân bằng có dạng như sau:</a:t>
              </a:r>
              <a:endParaRPr lang="en-US" sz="1400">
                <a:latin typeface="Times New Roman" panose="02020603050405020304" pitchFamily="18" charset="0"/>
                <a:cs typeface="Times New Roman" panose="02020603050405020304" pitchFamily="18" charset="0"/>
              </a:endParaRPr>
            </a:p>
          </p:txBody>
        </p:sp>
        <p:graphicFrame>
          <p:nvGraphicFramePr>
            <p:cNvPr id="5" name="Object 4">
              <a:extLst>
                <a:ext uri="{FF2B5EF4-FFF2-40B4-BE49-F238E27FC236}">
                  <a16:creationId xmlns:a16="http://schemas.microsoft.com/office/drawing/2014/main" id="{0C300EF9-37FB-86ED-4090-D296E31F9DC1}"/>
                </a:ext>
              </a:extLst>
            </p:cNvPr>
            <p:cNvGraphicFramePr>
              <a:graphicFrameLocks noChangeAspect="1"/>
            </p:cNvGraphicFramePr>
            <p:nvPr>
              <p:extLst>
                <p:ext uri="{D42A27DB-BD31-4B8C-83A1-F6EECF244321}">
                  <p14:modId xmlns:p14="http://schemas.microsoft.com/office/powerpoint/2010/main" val="550859360"/>
                </p:ext>
              </p:extLst>
            </p:nvPr>
          </p:nvGraphicFramePr>
          <p:xfrm>
            <a:off x="1295400" y="1496901"/>
            <a:ext cx="2254250" cy="1528763"/>
          </p:xfrm>
          <a:graphic>
            <a:graphicData uri="http://schemas.openxmlformats.org/presentationml/2006/ole">
              <mc:AlternateContent xmlns:mc="http://schemas.openxmlformats.org/markup-compatibility/2006">
                <mc:Choice xmlns:v="urn:schemas-microsoft-com:vml" Requires="v">
                  <p:oleObj name="Equation" r:id="rId6" imgW="2254928" imgH="1529255" progId="Equation.DSMT4">
                    <p:embed/>
                  </p:oleObj>
                </mc:Choice>
                <mc:Fallback>
                  <p:oleObj name="Equation" r:id="rId6" imgW="2254928" imgH="1529255" progId="Equation.DSMT4">
                    <p:embed/>
                    <p:pic>
                      <p:nvPicPr>
                        <p:cNvPr id="0" name=""/>
                        <p:cNvPicPr/>
                        <p:nvPr/>
                      </p:nvPicPr>
                      <p:blipFill>
                        <a:blip r:embed="rId7"/>
                        <a:stretch>
                          <a:fillRect/>
                        </a:stretch>
                      </p:blipFill>
                      <p:spPr>
                        <a:xfrm>
                          <a:off x="1295400" y="1496901"/>
                          <a:ext cx="2254250" cy="1528763"/>
                        </a:xfrm>
                        <a:prstGeom prst="rect">
                          <a:avLst/>
                        </a:prstGeom>
                        <a:solidFill>
                          <a:schemeClr val="bg1"/>
                        </a:solidFill>
                      </p:spPr>
                    </p:pic>
                  </p:oleObj>
                </mc:Fallback>
              </mc:AlternateContent>
            </a:graphicData>
          </a:graphic>
        </p:graphicFrame>
        <p:pic>
          <p:nvPicPr>
            <p:cNvPr id="13" name="Picture 12">
              <a:extLst>
                <a:ext uri="{FF2B5EF4-FFF2-40B4-BE49-F238E27FC236}">
                  <a16:creationId xmlns:a16="http://schemas.microsoft.com/office/drawing/2014/main" id="{4A469951-E6F6-2222-5F81-59EA94DCB639}"/>
                </a:ext>
              </a:extLst>
            </p:cNvPr>
            <p:cNvPicPr>
              <a:picLocks noChangeAspect="1"/>
            </p:cNvPicPr>
            <p:nvPr/>
          </p:nvPicPr>
          <p:blipFill>
            <a:blip r:embed="rId8"/>
            <a:stretch>
              <a:fillRect/>
            </a:stretch>
          </p:blipFill>
          <p:spPr>
            <a:xfrm>
              <a:off x="1233415" y="3134858"/>
              <a:ext cx="1038370" cy="1357502"/>
            </a:xfrm>
            <a:prstGeom prst="rect">
              <a:avLst/>
            </a:prstGeom>
          </p:spPr>
        </p:pic>
        <p:pic>
          <p:nvPicPr>
            <p:cNvPr id="14" name="Picture 13">
              <a:extLst>
                <a:ext uri="{FF2B5EF4-FFF2-40B4-BE49-F238E27FC236}">
                  <a16:creationId xmlns:a16="http://schemas.microsoft.com/office/drawing/2014/main" id="{4D17D8B2-7627-F0FA-A652-E7B4F7570A9E}"/>
                </a:ext>
              </a:extLst>
            </p:cNvPr>
            <p:cNvPicPr>
              <a:picLocks noChangeAspect="1"/>
            </p:cNvPicPr>
            <p:nvPr/>
          </p:nvPicPr>
          <p:blipFill>
            <a:blip r:embed="rId9"/>
            <a:stretch>
              <a:fillRect/>
            </a:stretch>
          </p:blipFill>
          <p:spPr>
            <a:xfrm>
              <a:off x="2271785" y="3683757"/>
              <a:ext cx="776215" cy="437504"/>
            </a:xfrm>
            <a:prstGeom prst="rect">
              <a:avLst/>
            </a:prstGeom>
          </p:spPr>
        </p:pic>
      </p:grpSp>
    </p:spTree>
    <p:extLst>
      <p:ext uri="{BB962C8B-B14F-4D97-AF65-F5344CB8AC3E}">
        <p14:creationId xmlns:p14="http://schemas.microsoft.com/office/powerpoint/2010/main" val="28065192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arn(inVertical)">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CE9EB-B081-B3A0-CE56-8BAC99DFC205}"/>
            </a:ext>
          </a:extLst>
        </p:cNvPr>
        <p:cNvGrpSpPr/>
        <p:nvPr/>
      </p:nvGrpSpPr>
      <p:grpSpPr>
        <a:xfrm>
          <a:off x="0" y="0"/>
          <a:ext cx="0" cy="0"/>
          <a:chOff x="0" y="0"/>
          <a:chExt cx="0" cy="0"/>
        </a:xfrm>
      </p:grpSpPr>
      <p:sp>
        <p:nvSpPr>
          <p:cNvPr id="12" name="Shape 2733">
            <a:extLst>
              <a:ext uri="{FF2B5EF4-FFF2-40B4-BE49-F238E27FC236}">
                <a16:creationId xmlns:a16="http://schemas.microsoft.com/office/drawing/2014/main" id="{93F4F95D-DDDD-D8C5-B48A-EA5A738D11EA}"/>
              </a:ext>
            </a:extLst>
          </p:cNvPr>
          <p:cNvSpPr/>
          <p:nvPr/>
        </p:nvSpPr>
        <p:spPr>
          <a:xfrm>
            <a:off x="762000" y="242170"/>
            <a:ext cx="7262403" cy="510195"/>
          </a:xfrm>
          <a:prstGeom prst="rect">
            <a:avLst/>
          </a:prstGeom>
          <a:solidFill>
            <a:srgbClr val="0079A5"/>
          </a:solidFill>
          <a:ln w="12700">
            <a:noFill/>
            <a:miter lim="4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50800" tIns="50800" rIns="50800" bIns="50800" anchor="ctr"/>
          <a:lstStyle/>
          <a:p>
            <a:pPr>
              <a:defRPr sz="3200">
                <a:solidFill>
                  <a:srgbClr val="FFFFFF"/>
                </a:solidFill>
                <a:latin typeface="+mn-lt"/>
                <a:ea typeface="+mn-ea"/>
                <a:cs typeface="+mn-cs"/>
                <a:sym typeface="Helvetica Light"/>
              </a:defRPr>
            </a:pPr>
            <a:endParaRPr lang="en-US" sz="2800">
              <a:solidFill>
                <a:srgbClr val="FFC000"/>
              </a:solidFill>
              <a:latin typeface="Arial" panose="020B0604020202020204" pitchFamily="34" charset="0"/>
              <a:cs typeface="Arial" panose="020B0604020202020204" pitchFamily="34" charset="0"/>
            </a:endParaRPr>
          </a:p>
          <a:p>
            <a:pPr algn="l">
              <a:defRPr sz="3200">
                <a:solidFill>
                  <a:srgbClr val="FFFFFF"/>
                </a:solidFill>
                <a:latin typeface="+mn-lt"/>
                <a:ea typeface="+mn-ea"/>
                <a:cs typeface="+mn-cs"/>
                <a:sym typeface="Helvetica Light"/>
              </a:defRPr>
            </a:pPr>
            <a:r>
              <a:rPr lang="en-US" sz="1800" b="1">
                <a:solidFill>
                  <a:srgbClr val="FFC000"/>
                </a:solidFill>
                <a:latin typeface="Arial" panose="020B0604020202020204" pitchFamily="34" charset="0"/>
                <a:cs typeface="Arial" panose="020B0604020202020204" pitchFamily="34" charset="0"/>
              </a:rPr>
              <a:t>III. NỘI DUNG</a:t>
            </a:r>
          </a:p>
          <a:p>
            <a:pPr lvl="0">
              <a:lnSpc>
                <a:spcPct val="100000"/>
              </a:lnSpc>
              <a:defRPr sz="3200">
                <a:solidFill>
                  <a:srgbClr val="FFFFFF"/>
                </a:solidFill>
                <a:latin typeface="+mn-lt"/>
                <a:ea typeface="+mn-ea"/>
                <a:cs typeface="+mn-cs"/>
                <a:sym typeface="Helvetica Light"/>
              </a:defRPr>
            </a:pPr>
            <a:endParaRPr sz="2800" dirty="0">
              <a:solidFill>
                <a:srgbClr val="FFC000"/>
              </a:solidFill>
              <a:latin typeface="Arial" panose="020B0604020202020204" pitchFamily="34" charset="0"/>
              <a:cs typeface="Arial" panose="020B0604020202020204" pitchFamily="34" charset="0"/>
            </a:endParaRPr>
          </a:p>
        </p:txBody>
      </p:sp>
      <p:graphicFrame>
        <p:nvGraphicFramePr>
          <p:cNvPr id="7" name="Object 6">
            <a:extLst>
              <a:ext uri="{FF2B5EF4-FFF2-40B4-BE49-F238E27FC236}">
                <a16:creationId xmlns:a16="http://schemas.microsoft.com/office/drawing/2014/main" id="{ECAAF530-5997-F273-BF0E-7FF5326E4D29}"/>
              </a:ext>
            </a:extLst>
          </p:cNvPr>
          <p:cNvGraphicFramePr>
            <a:graphicFrameLocks noChangeAspect="1"/>
          </p:cNvGraphicFramePr>
          <p:nvPr>
            <p:extLst>
              <p:ext uri="{D42A27DB-BD31-4B8C-83A1-F6EECF244321}">
                <p14:modId xmlns:p14="http://schemas.microsoft.com/office/powerpoint/2010/main" val="2229640279"/>
              </p:ext>
            </p:extLst>
          </p:nvPr>
        </p:nvGraphicFramePr>
        <p:xfrm>
          <a:off x="1000341" y="1254125"/>
          <a:ext cx="4114800" cy="2860675"/>
        </p:xfrm>
        <a:graphic>
          <a:graphicData uri="http://schemas.openxmlformats.org/presentationml/2006/ole">
            <mc:AlternateContent xmlns:mc="http://schemas.openxmlformats.org/markup-compatibility/2006">
              <mc:Choice xmlns:v="urn:schemas-microsoft-com:vml" Requires="v">
                <p:oleObj name="Equation" r:id="rId3" imgW="4101840" imgH="3632040" progId="Equation.DSMT4">
                  <p:embed/>
                </p:oleObj>
              </mc:Choice>
              <mc:Fallback>
                <p:oleObj name="Equation" r:id="rId3" imgW="4101840" imgH="3632040" progId="Equation.DSMT4">
                  <p:embed/>
                  <p:pic>
                    <p:nvPicPr>
                      <p:cNvPr id="0" name=""/>
                      <p:cNvPicPr/>
                      <p:nvPr/>
                    </p:nvPicPr>
                    <p:blipFill>
                      <a:blip r:embed="rId4"/>
                      <a:stretch>
                        <a:fillRect/>
                      </a:stretch>
                    </p:blipFill>
                    <p:spPr>
                      <a:xfrm>
                        <a:off x="1000341" y="1254125"/>
                        <a:ext cx="4114800" cy="2860675"/>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210A7802-68A4-E069-BBFB-E4DD8E8E40C5}"/>
              </a:ext>
            </a:extLst>
          </p:cNvPr>
          <p:cNvGraphicFramePr>
            <a:graphicFrameLocks noChangeAspect="1"/>
          </p:cNvGraphicFramePr>
          <p:nvPr>
            <p:extLst>
              <p:ext uri="{D42A27DB-BD31-4B8C-83A1-F6EECF244321}">
                <p14:modId xmlns:p14="http://schemas.microsoft.com/office/powerpoint/2010/main" val="2981683663"/>
              </p:ext>
            </p:extLst>
          </p:nvPr>
        </p:nvGraphicFramePr>
        <p:xfrm>
          <a:off x="5105400" y="1863412"/>
          <a:ext cx="1828800" cy="1416676"/>
        </p:xfrm>
        <a:graphic>
          <a:graphicData uri="http://schemas.openxmlformats.org/presentationml/2006/ole">
            <mc:AlternateContent xmlns:mc="http://schemas.openxmlformats.org/markup-compatibility/2006">
              <mc:Choice xmlns:v="urn:schemas-microsoft-com:vml" Requires="v">
                <p:oleObj name="Equation" r:id="rId5" imgW="1803240" imgH="1396800" progId="Equation.DSMT4">
                  <p:embed/>
                </p:oleObj>
              </mc:Choice>
              <mc:Fallback>
                <p:oleObj name="Equation" r:id="rId5" imgW="1803240" imgH="1396800" progId="Equation.DSMT4">
                  <p:embed/>
                  <p:pic>
                    <p:nvPicPr>
                      <p:cNvPr id="0" name=""/>
                      <p:cNvPicPr/>
                      <p:nvPr/>
                    </p:nvPicPr>
                    <p:blipFill>
                      <a:blip r:embed="rId6"/>
                      <a:stretch>
                        <a:fillRect/>
                      </a:stretch>
                    </p:blipFill>
                    <p:spPr>
                      <a:xfrm>
                        <a:off x="5105400" y="1863412"/>
                        <a:ext cx="1828800" cy="1416676"/>
                      </a:xfrm>
                      <a:prstGeom prst="rect">
                        <a:avLst/>
                      </a:prstGeom>
                    </p:spPr>
                  </p:pic>
                </p:oleObj>
              </mc:Fallback>
            </mc:AlternateContent>
          </a:graphicData>
        </a:graphic>
      </p:graphicFrame>
    </p:spTree>
    <p:extLst>
      <p:ext uri="{BB962C8B-B14F-4D97-AF65-F5344CB8AC3E}">
        <p14:creationId xmlns:p14="http://schemas.microsoft.com/office/powerpoint/2010/main" val="42772531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CE9EB-B081-B3A0-CE56-8BAC99DFC20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F4ED87C-95BC-C494-6143-98BB111E81A2}"/>
              </a:ext>
            </a:extLst>
          </p:cNvPr>
          <p:cNvSpPr/>
          <p:nvPr/>
        </p:nvSpPr>
        <p:spPr bwMode="auto">
          <a:xfrm>
            <a:off x="914399" y="1028700"/>
            <a:ext cx="7239001" cy="3448050"/>
          </a:xfrm>
          <a:prstGeom prst="rect">
            <a:avLst/>
          </a:prstGeom>
          <a:solidFill>
            <a:schemeClr val="bg1"/>
          </a:solidFill>
          <a:ln w="25400" cap="flat" cmpd="sng" algn="ctr">
            <a:solidFill>
              <a:schemeClr val="tx1">
                <a:lumMod val="95000"/>
                <a:lumOff val="5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12" name="Shape 2733">
            <a:extLst>
              <a:ext uri="{FF2B5EF4-FFF2-40B4-BE49-F238E27FC236}">
                <a16:creationId xmlns:a16="http://schemas.microsoft.com/office/drawing/2014/main" id="{93F4F95D-DDDD-D8C5-B48A-EA5A738D11EA}"/>
              </a:ext>
            </a:extLst>
          </p:cNvPr>
          <p:cNvSpPr/>
          <p:nvPr/>
        </p:nvSpPr>
        <p:spPr>
          <a:xfrm>
            <a:off x="762000" y="242170"/>
            <a:ext cx="7262403" cy="510195"/>
          </a:xfrm>
          <a:prstGeom prst="rect">
            <a:avLst/>
          </a:prstGeom>
          <a:solidFill>
            <a:srgbClr val="0079A5"/>
          </a:solidFill>
          <a:ln w="12700">
            <a:noFill/>
            <a:miter lim="4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50800" tIns="50800" rIns="50800" bIns="50800" anchor="ctr"/>
          <a:lstStyle/>
          <a:p>
            <a:pPr>
              <a:defRPr sz="3200">
                <a:solidFill>
                  <a:srgbClr val="FFFFFF"/>
                </a:solidFill>
                <a:latin typeface="+mn-lt"/>
                <a:ea typeface="+mn-ea"/>
                <a:cs typeface="+mn-cs"/>
                <a:sym typeface="Helvetica Light"/>
              </a:defRPr>
            </a:pPr>
            <a:endParaRPr lang="en-US" sz="2800">
              <a:solidFill>
                <a:srgbClr val="FFC000"/>
              </a:solidFill>
              <a:latin typeface="Arial" panose="020B0604020202020204" pitchFamily="34" charset="0"/>
              <a:cs typeface="Arial" panose="020B0604020202020204" pitchFamily="34" charset="0"/>
            </a:endParaRPr>
          </a:p>
          <a:p>
            <a:pPr algn="l">
              <a:defRPr sz="3200">
                <a:solidFill>
                  <a:srgbClr val="FFFFFF"/>
                </a:solidFill>
                <a:latin typeface="+mn-lt"/>
                <a:ea typeface="+mn-ea"/>
                <a:cs typeface="+mn-cs"/>
                <a:sym typeface="Helvetica Light"/>
              </a:defRPr>
            </a:pPr>
            <a:r>
              <a:rPr lang="en-US" sz="1800" b="1">
                <a:solidFill>
                  <a:srgbClr val="FFC000"/>
                </a:solidFill>
                <a:latin typeface="Arial" panose="020B0604020202020204" pitchFamily="34" charset="0"/>
                <a:cs typeface="Arial" panose="020B0604020202020204" pitchFamily="34" charset="0"/>
              </a:rPr>
              <a:t>III. NỘI DUNG</a:t>
            </a:r>
          </a:p>
          <a:p>
            <a:pPr lvl="0">
              <a:lnSpc>
                <a:spcPct val="100000"/>
              </a:lnSpc>
              <a:defRPr sz="3200">
                <a:solidFill>
                  <a:srgbClr val="FFFFFF"/>
                </a:solidFill>
                <a:latin typeface="+mn-lt"/>
                <a:ea typeface="+mn-ea"/>
                <a:cs typeface="+mn-cs"/>
                <a:sym typeface="Helvetica Light"/>
              </a:defRPr>
            </a:pPr>
            <a:endParaRPr sz="2800" dirty="0">
              <a:solidFill>
                <a:srgbClr val="FFC000"/>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BC3AEEE1-ED9F-E32A-B5C1-D91D2C246010}"/>
              </a:ext>
            </a:extLst>
          </p:cNvPr>
          <p:cNvPicPr>
            <a:picLocks noChangeAspect="1"/>
          </p:cNvPicPr>
          <p:nvPr/>
        </p:nvPicPr>
        <p:blipFill>
          <a:blip r:embed="rId3"/>
          <a:stretch>
            <a:fillRect/>
          </a:stretch>
        </p:blipFill>
        <p:spPr>
          <a:xfrm>
            <a:off x="990600" y="1210002"/>
            <a:ext cx="3352800" cy="2963030"/>
          </a:xfrm>
          <a:prstGeom prst="rect">
            <a:avLst/>
          </a:prstGeom>
        </p:spPr>
      </p:pic>
      <p:pic>
        <p:nvPicPr>
          <p:cNvPr id="3" name="Picture 2">
            <a:extLst>
              <a:ext uri="{FF2B5EF4-FFF2-40B4-BE49-F238E27FC236}">
                <a16:creationId xmlns:a16="http://schemas.microsoft.com/office/drawing/2014/main" id="{F49E39AF-BAB2-5464-DC39-8D63AB723DD2}"/>
              </a:ext>
            </a:extLst>
          </p:cNvPr>
          <p:cNvPicPr>
            <a:picLocks noChangeAspect="1"/>
          </p:cNvPicPr>
          <p:nvPr/>
        </p:nvPicPr>
        <p:blipFill rotWithShape="1">
          <a:blip r:embed="rId4"/>
          <a:srcRect l="3923"/>
          <a:stretch/>
        </p:blipFill>
        <p:spPr>
          <a:xfrm>
            <a:off x="4214402" y="1352550"/>
            <a:ext cx="3810000" cy="990600"/>
          </a:xfrm>
          <a:prstGeom prst="rect">
            <a:avLst/>
          </a:prstGeom>
        </p:spPr>
      </p:pic>
    </p:spTree>
    <p:extLst>
      <p:ext uri="{BB962C8B-B14F-4D97-AF65-F5344CB8AC3E}">
        <p14:creationId xmlns:p14="http://schemas.microsoft.com/office/powerpoint/2010/main" val="12178496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CE9EB-B081-B3A0-CE56-8BAC99DFC205}"/>
            </a:ext>
          </a:extLst>
        </p:cNvPr>
        <p:cNvGrpSpPr/>
        <p:nvPr/>
      </p:nvGrpSpPr>
      <p:grpSpPr>
        <a:xfrm>
          <a:off x="0" y="0"/>
          <a:ext cx="0" cy="0"/>
          <a:chOff x="0" y="0"/>
          <a:chExt cx="0" cy="0"/>
        </a:xfrm>
      </p:grpSpPr>
      <p:sp>
        <p:nvSpPr>
          <p:cNvPr id="12" name="Shape 2733">
            <a:extLst>
              <a:ext uri="{FF2B5EF4-FFF2-40B4-BE49-F238E27FC236}">
                <a16:creationId xmlns:a16="http://schemas.microsoft.com/office/drawing/2014/main" id="{93F4F95D-DDDD-D8C5-B48A-EA5A738D11EA}"/>
              </a:ext>
            </a:extLst>
          </p:cNvPr>
          <p:cNvSpPr/>
          <p:nvPr/>
        </p:nvSpPr>
        <p:spPr>
          <a:xfrm>
            <a:off x="762000" y="242170"/>
            <a:ext cx="7262403" cy="510195"/>
          </a:xfrm>
          <a:prstGeom prst="rect">
            <a:avLst/>
          </a:prstGeom>
          <a:solidFill>
            <a:srgbClr val="0079A5"/>
          </a:solidFill>
          <a:ln w="12700">
            <a:noFill/>
            <a:miter lim="4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50800" tIns="50800" rIns="50800" bIns="50800" anchor="ctr"/>
          <a:lstStyle/>
          <a:p>
            <a:pPr>
              <a:defRPr sz="3200">
                <a:solidFill>
                  <a:srgbClr val="FFFFFF"/>
                </a:solidFill>
                <a:latin typeface="+mn-lt"/>
                <a:ea typeface="+mn-ea"/>
                <a:cs typeface="+mn-cs"/>
                <a:sym typeface="Helvetica Light"/>
              </a:defRPr>
            </a:pPr>
            <a:endParaRPr lang="en-US" sz="2800">
              <a:solidFill>
                <a:srgbClr val="FFC000"/>
              </a:solidFill>
              <a:latin typeface="Arial" panose="020B0604020202020204" pitchFamily="34" charset="0"/>
              <a:cs typeface="Arial" panose="020B0604020202020204" pitchFamily="34" charset="0"/>
            </a:endParaRPr>
          </a:p>
          <a:p>
            <a:pPr algn="l">
              <a:defRPr sz="3200">
                <a:solidFill>
                  <a:srgbClr val="FFFFFF"/>
                </a:solidFill>
                <a:latin typeface="+mn-lt"/>
                <a:ea typeface="+mn-ea"/>
                <a:cs typeface="+mn-cs"/>
                <a:sym typeface="Helvetica Light"/>
              </a:defRPr>
            </a:pPr>
            <a:r>
              <a:rPr lang="en-US" sz="1800" b="1">
                <a:solidFill>
                  <a:srgbClr val="FFC000"/>
                </a:solidFill>
                <a:latin typeface="Arial" panose="020B0604020202020204" pitchFamily="34" charset="0"/>
                <a:cs typeface="Arial" panose="020B0604020202020204" pitchFamily="34" charset="0"/>
              </a:rPr>
              <a:t>III. NỘI DUNG</a:t>
            </a:r>
          </a:p>
          <a:p>
            <a:pPr lvl="0">
              <a:lnSpc>
                <a:spcPct val="100000"/>
              </a:lnSpc>
              <a:defRPr sz="3200">
                <a:solidFill>
                  <a:srgbClr val="FFFFFF"/>
                </a:solidFill>
                <a:latin typeface="+mn-lt"/>
                <a:ea typeface="+mn-ea"/>
                <a:cs typeface="+mn-cs"/>
                <a:sym typeface="Helvetica Light"/>
              </a:defRPr>
            </a:pPr>
            <a:endParaRPr sz="2800" dirty="0">
              <a:solidFill>
                <a:srgbClr val="FFC000"/>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8285DA6A-820A-CF06-2706-5CA5BA6EA0A1}"/>
              </a:ext>
            </a:extLst>
          </p:cNvPr>
          <p:cNvPicPr>
            <a:picLocks noChangeAspect="1"/>
          </p:cNvPicPr>
          <p:nvPr/>
        </p:nvPicPr>
        <p:blipFill>
          <a:blip r:embed="rId3"/>
          <a:stretch>
            <a:fillRect/>
          </a:stretch>
        </p:blipFill>
        <p:spPr>
          <a:xfrm>
            <a:off x="990600" y="1123950"/>
            <a:ext cx="2438400" cy="3117129"/>
          </a:xfrm>
          <a:prstGeom prst="rect">
            <a:avLst/>
          </a:prstGeom>
        </p:spPr>
      </p:pic>
      <p:pic>
        <p:nvPicPr>
          <p:cNvPr id="5" name="Picture 4">
            <a:extLst>
              <a:ext uri="{FF2B5EF4-FFF2-40B4-BE49-F238E27FC236}">
                <a16:creationId xmlns:a16="http://schemas.microsoft.com/office/drawing/2014/main" id="{AA742170-CF23-1696-1521-A1311826DB7D}"/>
              </a:ext>
            </a:extLst>
          </p:cNvPr>
          <p:cNvPicPr>
            <a:picLocks noChangeAspect="1"/>
          </p:cNvPicPr>
          <p:nvPr/>
        </p:nvPicPr>
        <p:blipFill>
          <a:blip r:embed="rId4"/>
          <a:stretch>
            <a:fillRect/>
          </a:stretch>
        </p:blipFill>
        <p:spPr>
          <a:xfrm>
            <a:off x="3529264" y="1426018"/>
            <a:ext cx="4099113" cy="2291463"/>
          </a:xfrm>
          <a:prstGeom prst="rect">
            <a:avLst/>
          </a:prstGeom>
        </p:spPr>
      </p:pic>
    </p:spTree>
    <p:extLst>
      <p:ext uri="{BB962C8B-B14F-4D97-AF65-F5344CB8AC3E}">
        <p14:creationId xmlns:p14="http://schemas.microsoft.com/office/powerpoint/2010/main" val="11485713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CE9EB-B081-B3A0-CE56-8BAC99DFC205}"/>
            </a:ext>
          </a:extLst>
        </p:cNvPr>
        <p:cNvGrpSpPr/>
        <p:nvPr/>
      </p:nvGrpSpPr>
      <p:grpSpPr>
        <a:xfrm>
          <a:off x="0" y="0"/>
          <a:ext cx="0" cy="0"/>
          <a:chOff x="0" y="0"/>
          <a:chExt cx="0" cy="0"/>
        </a:xfrm>
      </p:grpSpPr>
      <p:sp>
        <p:nvSpPr>
          <p:cNvPr id="12" name="Shape 2733">
            <a:extLst>
              <a:ext uri="{FF2B5EF4-FFF2-40B4-BE49-F238E27FC236}">
                <a16:creationId xmlns:a16="http://schemas.microsoft.com/office/drawing/2014/main" id="{93F4F95D-DDDD-D8C5-B48A-EA5A738D11EA}"/>
              </a:ext>
            </a:extLst>
          </p:cNvPr>
          <p:cNvSpPr/>
          <p:nvPr/>
        </p:nvSpPr>
        <p:spPr>
          <a:xfrm>
            <a:off x="762000" y="242170"/>
            <a:ext cx="7262403" cy="510195"/>
          </a:xfrm>
          <a:prstGeom prst="rect">
            <a:avLst/>
          </a:prstGeom>
          <a:solidFill>
            <a:srgbClr val="0079A5"/>
          </a:solidFill>
          <a:ln w="12700">
            <a:noFill/>
            <a:miter lim="4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50800" tIns="50800" rIns="50800" bIns="50800" anchor="ctr"/>
          <a:lstStyle/>
          <a:p>
            <a:pPr>
              <a:defRPr sz="3200">
                <a:solidFill>
                  <a:srgbClr val="FFFFFF"/>
                </a:solidFill>
                <a:latin typeface="+mn-lt"/>
                <a:ea typeface="+mn-ea"/>
                <a:cs typeface="+mn-cs"/>
                <a:sym typeface="Helvetica Light"/>
              </a:defRPr>
            </a:pPr>
            <a:endParaRPr lang="en-US" sz="2800">
              <a:solidFill>
                <a:srgbClr val="FFC000"/>
              </a:solidFill>
              <a:latin typeface="Arial" panose="020B0604020202020204" pitchFamily="34" charset="0"/>
              <a:cs typeface="Arial" panose="020B0604020202020204" pitchFamily="34" charset="0"/>
            </a:endParaRPr>
          </a:p>
          <a:p>
            <a:pPr algn="l">
              <a:defRPr sz="3200">
                <a:solidFill>
                  <a:srgbClr val="FFFFFF"/>
                </a:solidFill>
                <a:latin typeface="+mn-lt"/>
                <a:ea typeface="+mn-ea"/>
                <a:cs typeface="+mn-cs"/>
                <a:sym typeface="Helvetica Light"/>
              </a:defRPr>
            </a:pPr>
            <a:r>
              <a:rPr lang="en-US" sz="1800" b="1">
                <a:solidFill>
                  <a:srgbClr val="FFCC00"/>
                </a:solidFill>
                <a:latin typeface="Arial" panose="020B0604020202020204" pitchFamily="34" charset="0"/>
                <a:cs typeface="Arial" panose="020B0604020202020204" pitchFamily="34" charset="0"/>
              </a:rPr>
              <a:t>3.1 </a:t>
            </a:r>
            <a:r>
              <a:rPr lang="en-US" sz="1800" b="1" kern="0">
                <a:solidFill>
                  <a:srgbClr val="FFCC00"/>
                </a:solidFill>
                <a:effectLst/>
                <a:latin typeface="Times New Roman" panose="02020603050405020304" pitchFamily="18" charset="0"/>
                <a:ea typeface="Times New Roman" panose="02020603050405020304" pitchFamily="18" charset="0"/>
              </a:rPr>
              <a:t>Khảo sát tính điều khiển được và quan sát được của hệ thống</a:t>
            </a:r>
            <a:endParaRPr lang="en-US" sz="1800" b="1">
              <a:solidFill>
                <a:srgbClr val="FFCC00"/>
              </a:solidFill>
              <a:latin typeface="Arial" panose="020B0604020202020204" pitchFamily="34" charset="0"/>
              <a:cs typeface="Arial" panose="020B0604020202020204" pitchFamily="34" charset="0"/>
            </a:endParaRPr>
          </a:p>
          <a:p>
            <a:pPr lvl="0">
              <a:lnSpc>
                <a:spcPct val="100000"/>
              </a:lnSpc>
              <a:defRPr sz="3200">
                <a:solidFill>
                  <a:srgbClr val="FFFFFF"/>
                </a:solidFill>
                <a:latin typeface="+mn-lt"/>
                <a:ea typeface="+mn-ea"/>
                <a:cs typeface="+mn-cs"/>
                <a:sym typeface="Helvetica Light"/>
              </a:defRPr>
            </a:pPr>
            <a:endParaRPr sz="2800" dirty="0">
              <a:solidFill>
                <a:srgbClr val="FFC00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AAB16698-DB84-5381-82EA-002758B3580A}"/>
              </a:ext>
            </a:extLst>
          </p:cNvPr>
          <p:cNvPicPr>
            <a:picLocks noChangeAspect="1"/>
          </p:cNvPicPr>
          <p:nvPr/>
        </p:nvPicPr>
        <p:blipFill>
          <a:blip r:embed="rId3"/>
          <a:stretch>
            <a:fillRect/>
          </a:stretch>
        </p:blipFill>
        <p:spPr>
          <a:xfrm>
            <a:off x="1371600" y="1733550"/>
            <a:ext cx="4457032" cy="2138576"/>
          </a:xfrm>
          <a:prstGeom prst="rect">
            <a:avLst/>
          </a:prstGeom>
        </p:spPr>
      </p:pic>
      <p:sp>
        <p:nvSpPr>
          <p:cNvPr id="25" name="TextBox 24">
            <a:extLst>
              <a:ext uri="{FF2B5EF4-FFF2-40B4-BE49-F238E27FC236}">
                <a16:creationId xmlns:a16="http://schemas.microsoft.com/office/drawing/2014/main" id="{EED45004-2659-8255-9926-92C9CA0F62B8}"/>
              </a:ext>
            </a:extLst>
          </p:cNvPr>
          <p:cNvSpPr txBox="1"/>
          <p:nvPr/>
        </p:nvSpPr>
        <p:spPr>
          <a:xfrm>
            <a:off x="838200" y="1047750"/>
            <a:ext cx="7467600" cy="523220"/>
          </a:xfrm>
          <a:prstGeom prst="rect">
            <a:avLst/>
          </a:prstGeom>
          <a:noFill/>
        </p:spPr>
        <p:txBody>
          <a:bodyPr wrap="square">
            <a:spAutoFit/>
          </a:bodyPr>
          <a:lstStyle/>
          <a:p>
            <a:pPr algn="just"/>
            <a:r>
              <a:rPr lang="vi-VN" sz="1400">
                <a:latin typeface="Times New Roman" panose="02020603050405020304" pitchFamily="18" charset="0"/>
                <a:cs typeface="Times New Roman" panose="02020603050405020304" pitchFamily="18" charset="0"/>
              </a:rPr>
              <a:t>Ma trận C quan sát được ba biến trạng thái là góc tịnh tiến trung bình của hai bánh xe, góc nghiêng của robot  , góc xoay của robot   được thể hiện như sau:</a:t>
            </a:r>
            <a:endParaRPr lang="en-US" sz="1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71888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1000"/>
                                        <p:tgtEl>
                                          <p:spTgt spid="25"/>
                                        </p:tgtEl>
                                      </p:cBhvr>
                                    </p:animEffect>
                                    <p:anim calcmode="lin" valueType="num">
                                      <p:cBhvr>
                                        <p:cTn id="13" dur="1000" fill="hold"/>
                                        <p:tgtEl>
                                          <p:spTgt spid="25"/>
                                        </p:tgtEl>
                                        <p:attrNameLst>
                                          <p:attrName>ppt_x</p:attrName>
                                        </p:attrNameLst>
                                      </p:cBhvr>
                                      <p:tavLst>
                                        <p:tav tm="0">
                                          <p:val>
                                            <p:strVal val="#ppt_x"/>
                                          </p:val>
                                        </p:tav>
                                        <p:tav tm="100000">
                                          <p:val>
                                            <p:strVal val="#ppt_x"/>
                                          </p:val>
                                        </p:tav>
                                      </p:tavLst>
                                    </p:anim>
                                    <p:anim calcmode="lin" valueType="num">
                                      <p:cBhvr>
                                        <p:cTn id="14"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CE9EB-B081-B3A0-CE56-8BAC99DFC205}"/>
            </a:ext>
          </a:extLst>
        </p:cNvPr>
        <p:cNvGrpSpPr/>
        <p:nvPr/>
      </p:nvGrpSpPr>
      <p:grpSpPr>
        <a:xfrm>
          <a:off x="0" y="0"/>
          <a:ext cx="0" cy="0"/>
          <a:chOff x="0" y="0"/>
          <a:chExt cx="0" cy="0"/>
        </a:xfrm>
      </p:grpSpPr>
      <p:sp>
        <p:nvSpPr>
          <p:cNvPr id="12" name="Shape 2733">
            <a:extLst>
              <a:ext uri="{FF2B5EF4-FFF2-40B4-BE49-F238E27FC236}">
                <a16:creationId xmlns:a16="http://schemas.microsoft.com/office/drawing/2014/main" id="{93F4F95D-DDDD-D8C5-B48A-EA5A738D11EA}"/>
              </a:ext>
            </a:extLst>
          </p:cNvPr>
          <p:cNvSpPr/>
          <p:nvPr/>
        </p:nvSpPr>
        <p:spPr>
          <a:xfrm>
            <a:off x="762000" y="242170"/>
            <a:ext cx="7262403" cy="510195"/>
          </a:xfrm>
          <a:prstGeom prst="rect">
            <a:avLst/>
          </a:prstGeom>
          <a:solidFill>
            <a:srgbClr val="0079A5"/>
          </a:solidFill>
          <a:ln w="12700">
            <a:noFill/>
            <a:miter lim="4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50800" tIns="50800" rIns="50800" bIns="50800" anchor="ctr"/>
          <a:lstStyle/>
          <a:p>
            <a:pPr>
              <a:defRPr sz="3200">
                <a:solidFill>
                  <a:srgbClr val="FFFFFF"/>
                </a:solidFill>
                <a:latin typeface="+mn-lt"/>
                <a:ea typeface="+mn-ea"/>
                <a:cs typeface="+mn-cs"/>
                <a:sym typeface="Helvetica Light"/>
              </a:defRPr>
            </a:pPr>
            <a:endParaRPr lang="en-US" sz="2800">
              <a:solidFill>
                <a:srgbClr val="FFC000"/>
              </a:solidFill>
              <a:latin typeface="Arial" panose="020B0604020202020204" pitchFamily="34" charset="0"/>
              <a:cs typeface="Arial" panose="020B0604020202020204" pitchFamily="34" charset="0"/>
            </a:endParaRPr>
          </a:p>
          <a:p>
            <a:pPr algn="l">
              <a:defRPr sz="3200">
                <a:solidFill>
                  <a:srgbClr val="FFFFFF"/>
                </a:solidFill>
                <a:latin typeface="+mn-lt"/>
                <a:ea typeface="+mn-ea"/>
                <a:cs typeface="+mn-cs"/>
                <a:sym typeface="Helvetica Light"/>
              </a:defRPr>
            </a:pPr>
            <a:r>
              <a:rPr lang="en-US" sz="1800" b="1">
                <a:solidFill>
                  <a:srgbClr val="FFCC00"/>
                </a:solidFill>
                <a:latin typeface="Arial" panose="020B0604020202020204" pitchFamily="34" charset="0"/>
                <a:cs typeface="Arial" panose="020B0604020202020204" pitchFamily="34" charset="0"/>
              </a:rPr>
              <a:t>3.2 </a:t>
            </a:r>
            <a:r>
              <a:rPr lang="en-US" sz="1800" b="1" kern="0">
                <a:solidFill>
                  <a:srgbClr val="FFCC00"/>
                </a:solidFill>
                <a:effectLst/>
                <a:latin typeface="Times New Roman" panose="02020603050405020304" pitchFamily="18" charset="0"/>
                <a:ea typeface="Times New Roman" panose="02020603050405020304" pitchFamily="18" charset="0"/>
                <a:cs typeface="Times New Roman" panose="02020603050405020304" pitchFamily="18" charset="0"/>
              </a:rPr>
              <a:t>Hàm chỉ tiêu chất lượng</a:t>
            </a:r>
            <a:endParaRPr lang="en-US" sz="1800" kern="100">
              <a:solidFill>
                <a:srgbClr val="FFCC00"/>
              </a:solidFill>
              <a:effectLst/>
              <a:latin typeface="Calibri" panose="020F0502020204030204" pitchFamily="34" charset="0"/>
              <a:ea typeface="Calibri" panose="020F0502020204030204" pitchFamily="34" charset="0"/>
              <a:cs typeface="Times New Roman" panose="02020603050405020304" pitchFamily="18" charset="0"/>
            </a:endParaRPr>
          </a:p>
          <a:p>
            <a:pPr algn="l">
              <a:defRPr sz="3200">
                <a:solidFill>
                  <a:srgbClr val="FFFFFF"/>
                </a:solidFill>
                <a:latin typeface="+mn-lt"/>
                <a:ea typeface="+mn-ea"/>
                <a:cs typeface="+mn-cs"/>
                <a:sym typeface="Helvetica Light"/>
              </a:defRPr>
            </a:pPr>
            <a:endParaRPr lang="vi-VN" sz="2800" dirty="0">
              <a:solidFill>
                <a:srgbClr val="FFC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BE967591-9184-3B16-C48B-80DD013A09A9}"/>
              </a:ext>
            </a:extLst>
          </p:cNvPr>
          <p:cNvSpPr txBox="1"/>
          <p:nvPr/>
        </p:nvSpPr>
        <p:spPr>
          <a:xfrm>
            <a:off x="762000" y="895350"/>
            <a:ext cx="7772400" cy="380938"/>
          </a:xfrm>
          <a:prstGeom prst="rect">
            <a:avLst/>
          </a:prstGeom>
          <a:noFill/>
        </p:spPr>
        <p:txBody>
          <a:bodyPr wrap="square">
            <a:spAutoFit/>
          </a:bodyPr>
          <a:lstStyle/>
          <a:p>
            <a:pPr marL="0" marR="0" indent="457200" algn="l">
              <a:lnSpc>
                <a:spcPct val="150000"/>
              </a:lnSpc>
              <a:spcBef>
                <a:spcPts val="0"/>
              </a:spcBef>
              <a:spcAft>
                <a:spcPts val="400"/>
              </a:spcAft>
            </a:pPr>
            <a:r>
              <a:rPr lang="en-US" sz="1400" kern="0">
                <a:effectLst/>
                <a:latin typeface="Times New Roman" panose="02020603050405020304" pitchFamily="18" charset="0"/>
                <a:ea typeface="Calibri" panose="020F0502020204030204" pitchFamily="34" charset="0"/>
                <a:cs typeface="Times New Roman" panose="02020603050405020304" pitchFamily="18" charset="0"/>
              </a:rPr>
              <a:t>Mục tiêu điều khiển là tìm vector điều khiển tối ưu K thoả mãn chỉ tiêu chất lượng J đạt cực tiểu:</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39AE1D00-D9A5-0DA2-DB53-70E1529CF85E}"/>
              </a:ext>
            </a:extLst>
          </p:cNvPr>
          <p:cNvPicPr>
            <a:picLocks noChangeAspect="1"/>
          </p:cNvPicPr>
          <p:nvPr/>
        </p:nvPicPr>
        <p:blipFill>
          <a:blip r:embed="rId3"/>
          <a:stretch>
            <a:fillRect/>
          </a:stretch>
        </p:blipFill>
        <p:spPr>
          <a:xfrm>
            <a:off x="1600200" y="1504950"/>
            <a:ext cx="3191236" cy="2973384"/>
          </a:xfrm>
          <a:prstGeom prst="rect">
            <a:avLst/>
          </a:prstGeom>
        </p:spPr>
      </p:pic>
    </p:spTree>
    <p:extLst>
      <p:ext uri="{BB962C8B-B14F-4D97-AF65-F5344CB8AC3E}">
        <p14:creationId xmlns:p14="http://schemas.microsoft.com/office/powerpoint/2010/main" val="27337313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A4A5D-DD46-466A-13AD-4584FD5696AF}"/>
            </a:ext>
          </a:extLst>
        </p:cNvPr>
        <p:cNvGrpSpPr/>
        <p:nvPr/>
      </p:nvGrpSpPr>
      <p:grpSpPr>
        <a:xfrm>
          <a:off x="0" y="0"/>
          <a:ext cx="0" cy="0"/>
          <a:chOff x="0" y="0"/>
          <a:chExt cx="0" cy="0"/>
        </a:xfrm>
      </p:grpSpPr>
      <p:sp>
        <p:nvSpPr>
          <p:cNvPr id="12" name="Shape 2733">
            <a:extLst>
              <a:ext uri="{FF2B5EF4-FFF2-40B4-BE49-F238E27FC236}">
                <a16:creationId xmlns:a16="http://schemas.microsoft.com/office/drawing/2014/main" id="{07D1D51C-8EAE-BE8F-25AE-7BB14CE73236}"/>
              </a:ext>
            </a:extLst>
          </p:cNvPr>
          <p:cNvSpPr/>
          <p:nvPr/>
        </p:nvSpPr>
        <p:spPr>
          <a:xfrm>
            <a:off x="762000" y="242170"/>
            <a:ext cx="7262403" cy="510195"/>
          </a:xfrm>
          <a:prstGeom prst="rect">
            <a:avLst/>
          </a:prstGeom>
          <a:solidFill>
            <a:srgbClr val="0079A5"/>
          </a:solidFill>
          <a:ln w="12700">
            <a:noFill/>
            <a:miter lim="4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50800" tIns="50800" rIns="50800" bIns="50800" anchor="ctr"/>
          <a:lstStyle/>
          <a:p>
            <a:pPr>
              <a:defRPr sz="3200">
                <a:solidFill>
                  <a:srgbClr val="FFFFFF"/>
                </a:solidFill>
                <a:latin typeface="+mn-lt"/>
                <a:ea typeface="+mn-ea"/>
                <a:cs typeface="+mn-cs"/>
                <a:sym typeface="Helvetica Light"/>
              </a:defRPr>
            </a:pPr>
            <a:endParaRPr lang="en-US" sz="2800">
              <a:solidFill>
                <a:srgbClr val="FFC000"/>
              </a:solidFill>
              <a:latin typeface="Arial" panose="020B0604020202020204" pitchFamily="34" charset="0"/>
              <a:cs typeface="Arial" panose="020B0604020202020204" pitchFamily="34" charset="0"/>
            </a:endParaRPr>
          </a:p>
          <a:p>
            <a:pPr algn="l">
              <a:defRPr sz="3200">
                <a:solidFill>
                  <a:srgbClr val="FFFFFF"/>
                </a:solidFill>
                <a:latin typeface="+mn-lt"/>
                <a:ea typeface="+mn-ea"/>
                <a:cs typeface="+mn-cs"/>
                <a:sym typeface="Helvetica Light"/>
              </a:defRPr>
            </a:pPr>
            <a:r>
              <a:rPr lang="en-US" sz="1800" b="1">
                <a:solidFill>
                  <a:srgbClr val="FFC000"/>
                </a:solidFill>
                <a:latin typeface="Arial" panose="020B0604020202020204" pitchFamily="34" charset="0"/>
                <a:cs typeface="Arial" panose="020B0604020202020204" pitchFamily="34" charset="0"/>
              </a:rPr>
              <a:t>IV. MÔ PHỎNG VÀ ĐÁNH GIÁ KẾT QUẢ</a:t>
            </a:r>
          </a:p>
          <a:p>
            <a:pPr lvl="0">
              <a:lnSpc>
                <a:spcPct val="100000"/>
              </a:lnSpc>
              <a:defRPr sz="3200">
                <a:solidFill>
                  <a:srgbClr val="FFFFFF"/>
                </a:solidFill>
                <a:latin typeface="+mn-lt"/>
                <a:ea typeface="+mn-ea"/>
                <a:cs typeface="+mn-cs"/>
                <a:sym typeface="Helvetica Light"/>
              </a:defRPr>
            </a:pPr>
            <a:endParaRPr sz="2800" dirty="0">
              <a:solidFill>
                <a:srgbClr val="FFC000"/>
              </a:solidFill>
              <a:latin typeface="Arial" panose="020B0604020202020204" pitchFamily="34" charset="0"/>
              <a:cs typeface="Arial" panose="020B0604020202020204" pitchFamily="34" charset="0"/>
            </a:endParaRPr>
          </a:p>
        </p:txBody>
      </p:sp>
      <p:grpSp>
        <p:nvGrpSpPr>
          <p:cNvPr id="20" name="Group 19">
            <a:extLst>
              <a:ext uri="{FF2B5EF4-FFF2-40B4-BE49-F238E27FC236}">
                <a16:creationId xmlns:a16="http://schemas.microsoft.com/office/drawing/2014/main" id="{B5E81263-2C73-D649-3950-549DF1337842}"/>
              </a:ext>
            </a:extLst>
          </p:cNvPr>
          <p:cNvGrpSpPr/>
          <p:nvPr/>
        </p:nvGrpSpPr>
        <p:grpSpPr>
          <a:xfrm>
            <a:off x="228600" y="971550"/>
            <a:ext cx="7262403" cy="3454495"/>
            <a:chOff x="-152400" y="947917"/>
            <a:chExt cx="7262403" cy="3454495"/>
          </a:xfrm>
        </p:grpSpPr>
        <p:sp>
          <p:nvSpPr>
            <p:cNvPr id="6" name="TextBox 5">
              <a:extLst>
                <a:ext uri="{FF2B5EF4-FFF2-40B4-BE49-F238E27FC236}">
                  <a16:creationId xmlns:a16="http://schemas.microsoft.com/office/drawing/2014/main" id="{78548272-2F8A-FD85-058A-50071D065708}"/>
                </a:ext>
              </a:extLst>
            </p:cNvPr>
            <p:cNvSpPr txBox="1"/>
            <p:nvPr/>
          </p:nvSpPr>
          <p:spPr>
            <a:xfrm>
              <a:off x="-152400" y="947917"/>
              <a:ext cx="7262403" cy="670505"/>
            </a:xfrm>
            <a:prstGeom prst="rect">
              <a:avLst/>
            </a:prstGeom>
            <a:noFill/>
          </p:spPr>
          <p:txBody>
            <a:bodyPr wrap="square">
              <a:spAutoFit/>
            </a:bodyPr>
            <a:lstStyle/>
            <a:p>
              <a:pPr marL="457200" indent="457200" algn="just">
                <a:lnSpc>
                  <a:spcPct val="150000"/>
                </a:lnSpc>
                <a:spcBef>
                  <a:spcPts val="0"/>
                </a:spcBef>
                <a:spcAft>
                  <a:spcPts val="400"/>
                </a:spcAft>
              </a:pPr>
              <a:r>
                <a:rPr lang="en-US" sz="1300">
                  <a:latin typeface="Times New Roman" panose="02020603050405020304" pitchFamily="18" charset="0"/>
                  <a:cs typeface="Times New Roman" panose="02020603050405020304" pitchFamily="18" charset="0"/>
                </a:rPr>
                <a:t>Xây dựng khối mô tả hệ thống với tham số mô hình như trên trong MATLAB Function:</a:t>
              </a:r>
            </a:p>
            <a:p>
              <a:pPr marL="457200" marR="0" indent="457200" algn="just">
                <a:lnSpc>
                  <a:spcPct val="150000"/>
                </a:lnSpc>
                <a:spcBef>
                  <a:spcPts val="0"/>
                </a:spcBef>
                <a:spcAft>
                  <a:spcPts val="400"/>
                </a:spcAft>
              </a:pPr>
              <a:r>
                <a:rPr lang="en-US" sz="1100" b="1" kern="0">
                  <a:latin typeface="Times New Roman" panose="02020603050405020304" pitchFamily="18" charset="0"/>
                  <a:ea typeface="Calibri" panose="020F0502020204030204" pitchFamily="34" charset="0"/>
                  <a:cs typeface="Times New Roman" panose="02020603050405020304" pitchFamily="18" charset="0"/>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9" name="Picture 18">
              <a:extLst>
                <a:ext uri="{FF2B5EF4-FFF2-40B4-BE49-F238E27FC236}">
                  <a16:creationId xmlns:a16="http://schemas.microsoft.com/office/drawing/2014/main" id="{4CEE2653-AFD1-A11B-4F03-121AAAB6C9AC}"/>
                </a:ext>
              </a:extLst>
            </p:cNvPr>
            <p:cNvPicPr>
              <a:picLocks noChangeAspect="1"/>
            </p:cNvPicPr>
            <p:nvPr/>
          </p:nvPicPr>
          <p:blipFill>
            <a:blip r:embed="rId3"/>
            <a:stretch>
              <a:fillRect/>
            </a:stretch>
          </p:blipFill>
          <p:spPr>
            <a:xfrm>
              <a:off x="752061" y="1428750"/>
              <a:ext cx="6087112" cy="2973662"/>
            </a:xfrm>
            <a:prstGeom prst="rect">
              <a:avLst/>
            </a:prstGeom>
          </p:spPr>
        </p:pic>
      </p:grpSp>
    </p:spTree>
    <p:extLst>
      <p:ext uri="{BB962C8B-B14F-4D97-AF65-F5344CB8AC3E}">
        <p14:creationId xmlns:p14="http://schemas.microsoft.com/office/powerpoint/2010/main" val="34809699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A4A5D-DD46-466A-13AD-4584FD5696AF}"/>
            </a:ext>
          </a:extLst>
        </p:cNvPr>
        <p:cNvGrpSpPr/>
        <p:nvPr/>
      </p:nvGrpSpPr>
      <p:grpSpPr>
        <a:xfrm>
          <a:off x="0" y="0"/>
          <a:ext cx="0" cy="0"/>
          <a:chOff x="0" y="0"/>
          <a:chExt cx="0" cy="0"/>
        </a:xfrm>
      </p:grpSpPr>
      <p:sp>
        <p:nvSpPr>
          <p:cNvPr id="12" name="Shape 2733">
            <a:extLst>
              <a:ext uri="{FF2B5EF4-FFF2-40B4-BE49-F238E27FC236}">
                <a16:creationId xmlns:a16="http://schemas.microsoft.com/office/drawing/2014/main" id="{07D1D51C-8EAE-BE8F-25AE-7BB14CE73236}"/>
              </a:ext>
            </a:extLst>
          </p:cNvPr>
          <p:cNvSpPr/>
          <p:nvPr/>
        </p:nvSpPr>
        <p:spPr>
          <a:xfrm>
            <a:off x="762000" y="242170"/>
            <a:ext cx="7262403" cy="510195"/>
          </a:xfrm>
          <a:prstGeom prst="rect">
            <a:avLst/>
          </a:prstGeom>
          <a:solidFill>
            <a:srgbClr val="0079A5"/>
          </a:solidFill>
          <a:ln w="12700">
            <a:noFill/>
            <a:miter lim="4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50800" tIns="50800" rIns="50800" bIns="50800" anchor="ctr"/>
          <a:lstStyle/>
          <a:p>
            <a:pPr>
              <a:defRPr sz="3200">
                <a:solidFill>
                  <a:srgbClr val="FFFFFF"/>
                </a:solidFill>
                <a:latin typeface="+mn-lt"/>
                <a:ea typeface="+mn-ea"/>
                <a:cs typeface="+mn-cs"/>
                <a:sym typeface="Helvetica Light"/>
              </a:defRPr>
            </a:pPr>
            <a:endParaRPr lang="en-US" sz="2800">
              <a:solidFill>
                <a:srgbClr val="FFC000"/>
              </a:solidFill>
              <a:latin typeface="Arial" panose="020B0604020202020204" pitchFamily="34" charset="0"/>
              <a:cs typeface="Arial" panose="020B0604020202020204" pitchFamily="34" charset="0"/>
            </a:endParaRPr>
          </a:p>
          <a:p>
            <a:pPr algn="l">
              <a:defRPr sz="3200">
                <a:solidFill>
                  <a:srgbClr val="FFFFFF"/>
                </a:solidFill>
                <a:latin typeface="+mn-lt"/>
                <a:ea typeface="+mn-ea"/>
                <a:cs typeface="+mn-cs"/>
                <a:sym typeface="Helvetica Light"/>
              </a:defRPr>
            </a:pPr>
            <a:r>
              <a:rPr lang="en-US" sz="1800" b="1">
                <a:solidFill>
                  <a:srgbClr val="FFC000"/>
                </a:solidFill>
                <a:latin typeface="Arial" panose="020B0604020202020204" pitchFamily="34" charset="0"/>
                <a:cs typeface="Arial" panose="020B0604020202020204" pitchFamily="34" charset="0"/>
              </a:rPr>
              <a:t>IV. MÔ PHỎNG VÀ ĐÁNH GIÁ KẾT QUẢ</a:t>
            </a:r>
          </a:p>
          <a:p>
            <a:pPr lvl="0">
              <a:lnSpc>
                <a:spcPct val="100000"/>
              </a:lnSpc>
              <a:defRPr sz="3200">
                <a:solidFill>
                  <a:srgbClr val="FFFFFF"/>
                </a:solidFill>
                <a:latin typeface="+mn-lt"/>
                <a:ea typeface="+mn-ea"/>
                <a:cs typeface="+mn-cs"/>
                <a:sym typeface="Helvetica Light"/>
              </a:defRPr>
            </a:pPr>
            <a:endParaRPr sz="2800" dirty="0">
              <a:solidFill>
                <a:srgbClr val="FFC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78548272-2F8A-FD85-058A-50071D065708}"/>
              </a:ext>
            </a:extLst>
          </p:cNvPr>
          <p:cNvSpPr txBox="1"/>
          <p:nvPr/>
        </p:nvSpPr>
        <p:spPr>
          <a:xfrm>
            <a:off x="-762000" y="752365"/>
            <a:ext cx="5791200" cy="319126"/>
          </a:xfrm>
          <a:prstGeom prst="rect">
            <a:avLst/>
          </a:prstGeom>
          <a:noFill/>
        </p:spPr>
        <p:txBody>
          <a:bodyPr wrap="square">
            <a:spAutoFit/>
          </a:bodyPr>
          <a:lstStyle/>
          <a:p>
            <a:pPr marL="457200" marR="0" indent="457200" algn="just">
              <a:lnSpc>
                <a:spcPct val="150000"/>
              </a:lnSpc>
              <a:spcBef>
                <a:spcPts val="0"/>
              </a:spcBef>
              <a:spcAft>
                <a:spcPts val="400"/>
              </a:spcAft>
            </a:pPr>
            <a:r>
              <a:rPr lang="pl-PL" sz="1100" b="1" kern="0">
                <a:effectLst/>
                <a:latin typeface="Times New Roman" panose="02020603050405020304" pitchFamily="18" charset="0"/>
                <a:ea typeface="Calibri" panose="020F0502020204030204" pitchFamily="34" charset="0"/>
                <a:cs typeface="Times New Roman" panose="02020603050405020304" pitchFamily="18" charset="0"/>
              </a:rPr>
              <a:t>Trường hợp 1:</a:t>
            </a:r>
            <a:r>
              <a:rPr lang="pl-PL" sz="1100" kern="0">
                <a:effectLst/>
                <a:latin typeface="Times New Roman" panose="02020603050405020304" pitchFamily="18" charset="0"/>
                <a:ea typeface="Calibri" panose="020F0502020204030204" pitchFamily="34" charset="0"/>
                <a:cs typeface="Times New Roman" panose="02020603050405020304" pitchFamily="18" charset="0"/>
              </a:rPr>
              <a:t> Khi không điều khiển và hệ thống chịu tác động của nhiễu:</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64655373-D8CE-7B40-FE83-30208BBA2CF7}"/>
              </a:ext>
            </a:extLst>
          </p:cNvPr>
          <p:cNvPicPr>
            <a:picLocks noChangeAspect="1"/>
          </p:cNvPicPr>
          <p:nvPr/>
        </p:nvPicPr>
        <p:blipFill>
          <a:blip r:embed="rId3"/>
          <a:stretch>
            <a:fillRect/>
          </a:stretch>
        </p:blipFill>
        <p:spPr>
          <a:xfrm>
            <a:off x="5029200" y="860679"/>
            <a:ext cx="3657917" cy="2639797"/>
          </a:xfrm>
          <a:prstGeom prst="rect">
            <a:avLst/>
          </a:prstGeom>
        </p:spPr>
      </p:pic>
      <p:sp>
        <p:nvSpPr>
          <p:cNvPr id="10" name="TextBox 9">
            <a:extLst>
              <a:ext uri="{FF2B5EF4-FFF2-40B4-BE49-F238E27FC236}">
                <a16:creationId xmlns:a16="http://schemas.microsoft.com/office/drawing/2014/main" id="{3A3708E5-D7D3-D162-73EB-7C661EFEA134}"/>
              </a:ext>
            </a:extLst>
          </p:cNvPr>
          <p:cNvSpPr txBox="1"/>
          <p:nvPr/>
        </p:nvSpPr>
        <p:spPr>
          <a:xfrm>
            <a:off x="4495800" y="3478029"/>
            <a:ext cx="4953000" cy="298480"/>
          </a:xfrm>
          <a:prstGeom prst="rect">
            <a:avLst/>
          </a:prstGeom>
          <a:noFill/>
        </p:spPr>
        <p:txBody>
          <a:bodyPr wrap="square">
            <a:spAutoFit/>
          </a:bodyPr>
          <a:lstStyle/>
          <a:p>
            <a:pPr marL="0" marR="0" algn="ctr">
              <a:lnSpc>
                <a:spcPct val="150000"/>
              </a:lnSpc>
              <a:spcBef>
                <a:spcPts val="0"/>
              </a:spcBef>
              <a:spcAft>
                <a:spcPts val="0"/>
              </a:spcAft>
            </a:pPr>
            <a:r>
              <a:rPr lang="en-US" sz="1000" kern="0">
                <a:effectLst/>
                <a:latin typeface="Times New Roman" panose="02020603050405020304" pitchFamily="18" charset="0"/>
                <a:ea typeface="SimSun" panose="02010600030101010101" pitchFamily="2" charset="-122"/>
                <a:cs typeface="Times New Roman" panose="02020603050405020304" pitchFamily="18" charset="0"/>
              </a:rPr>
              <a:t>Hình 4 Đáp ứng của góc tới, góc nghiêng, góc xoay của xe trong trường hợp 1</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0E79413F-DF6A-7DB1-8C4E-BAFC9F3A43F7}"/>
              </a:ext>
            </a:extLst>
          </p:cNvPr>
          <p:cNvSpPr txBox="1"/>
          <p:nvPr/>
        </p:nvSpPr>
        <p:spPr>
          <a:xfrm>
            <a:off x="762000" y="3785807"/>
            <a:ext cx="7010399" cy="760144"/>
          </a:xfrm>
          <a:prstGeom prst="rect">
            <a:avLst/>
          </a:prstGeom>
          <a:noFill/>
        </p:spPr>
        <p:txBody>
          <a:bodyPr wrap="square">
            <a:spAutoFit/>
          </a:bodyPr>
          <a:lstStyle/>
          <a:p>
            <a:pPr marL="0" marR="0" indent="457200" algn="just">
              <a:lnSpc>
                <a:spcPct val="150000"/>
              </a:lnSpc>
              <a:spcBef>
                <a:spcPts val="0"/>
              </a:spcBef>
              <a:spcAft>
                <a:spcPts val="400"/>
              </a:spcAft>
            </a:pPr>
            <a:r>
              <a:rPr lang="en-US" sz="1000" kern="0">
                <a:effectLst/>
                <a:latin typeface="Times New Roman" panose="02020603050405020304" pitchFamily="18" charset="0"/>
                <a:ea typeface="Calibri" panose="020F0502020204030204" pitchFamily="34" charset="0"/>
                <a:cs typeface="Times New Roman" panose="02020603050405020304" pitchFamily="18" charset="0"/>
              </a:rPr>
              <a:t>Nhận xét: Khi đặt một tín hiệu điều khiển bất kì cho hai bánh xe, trong trường hợp không điều khiển thì xe ngay lập tức ngã, không cân bằng được. Để có thể điều khiển được xe di chuyển hay cân bằng thì cần xây dựng mô hình toán phù hợp cho hệ và ứng dụng các kĩ thuật điều khiển như vi tích phân tỉ lệ (PID), điều khiển mờ (Fuzzy Logic Controller), toàn phương tuyến tính (LQR),…</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424B3A73-ACAC-4BED-EA3C-8290F43CFE0C}"/>
              </a:ext>
            </a:extLst>
          </p:cNvPr>
          <p:cNvPicPr>
            <a:picLocks noChangeAspect="1"/>
          </p:cNvPicPr>
          <p:nvPr/>
        </p:nvPicPr>
        <p:blipFill>
          <a:blip r:embed="rId4"/>
          <a:stretch>
            <a:fillRect/>
          </a:stretch>
        </p:blipFill>
        <p:spPr>
          <a:xfrm>
            <a:off x="456804" y="1066616"/>
            <a:ext cx="4572396" cy="2523963"/>
          </a:xfrm>
          <a:prstGeom prst="rect">
            <a:avLst/>
          </a:prstGeom>
        </p:spPr>
      </p:pic>
    </p:spTree>
    <p:extLst>
      <p:ext uri="{BB962C8B-B14F-4D97-AF65-F5344CB8AC3E}">
        <p14:creationId xmlns:p14="http://schemas.microsoft.com/office/powerpoint/2010/main" val="13686058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barn(inVertical)">
                                      <p:cBhvr>
                                        <p:cTn id="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A4A5D-DD46-466A-13AD-4584FD5696AF}"/>
            </a:ext>
          </a:extLst>
        </p:cNvPr>
        <p:cNvGrpSpPr/>
        <p:nvPr/>
      </p:nvGrpSpPr>
      <p:grpSpPr>
        <a:xfrm>
          <a:off x="0" y="0"/>
          <a:ext cx="0" cy="0"/>
          <a:chOff x="0" y="0"/>
          <a:chExt cx="0" cy="0"/>
        </a:xfrm>
      </p:grpSpPr>
      <p:sp>
        <p:nvSpPr>
          <p:cNvPr id="12" name="Shape 2733">
            <a:extLst>
              <a:ext uri="{FF2B5EF4-FFF2-40B4-BE49-F238E27FC236}">
                <a16:creationId xmlns:a16="http://schemas.microsoft.com/office/drawing/2014/main" id="{07D1D51C-8EAE-BE8F-25AE-7BB14CE73236}"/>
              </a:ext>
            </a:extLst>
          </p:cNvPr>
          <p:cNvSpPr/>
          <p:nvPr/>
        </p:nvSpPr>
        <p:spPr>
          <a:xfrm>
            <a:off x="762000" y="242170"/>
            <a:ext cx="7262403" cy="510195"/>
          </a:xfrm>
          <a:prstGeom prst="rect">
            <a:avLst/>
          </a:prstGeom>
          <a:solidFill>
            <a:srgbClr val="0079A5"/>
          </a:solidFill>
          <a:ln w="12700">
            <a:noFill/>
            <a:miter lim="4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50800" tIns="50800" rIns="50800" bIns="50800" anchor="ctr"/>
          <a:lstStyle/>
          <a:p>
            <a:pPr>
              <a:defRPr sz="3200">
                <a:solidFill>
                  <a:srgbClr val="FFFFFF"/>
                </a:solidFill>
                <a:latin typeface="+mn-lt"/>
                <a:ea typeface="+mn-ea"/>
                <a:cs typeface="+mn-cs"/>
                <a:sym typeface="Helvetica Light"/>
              </a:defRPr>
            </a:pPr>
            <a:endParaRPr lang="en-US" sz="2800">
              <a:solidFill>
                <a:srgbClr val="FFC000"/>
              </a:solidFill>
              <a:latin typeface="Arial" panose="020B0604020202020204" pitchFamily="34" charset="0"/>
              <a:cs typeface="Arial" panose="020B0604020202020204" pitchFamily="34" charset="0"/>
            </a:endParaRPr>
          </a:p>
          <a:p>
            <a:pPr algn="l">
              <a:defRPr sz="3200">
                <a:solidFill>
                  <a:srgbClr val="FFFFFF"/>
                </a:solidFill>
                <a:latin typeface="+mn-lt"/>
                <a:ea typeface="+mn-ea"/>
                <a:cs typeface="+mn-cs"/>
                <a:sym typeface="Helvetica Light"/>
              </a:defRPr>
            </a:pPr>
            <a:r>
              <a:rPr lang="en-US" sz="1800" b="1">
                <a:solidFill>
                  <a:srgbClr val="FFC000"/>
                </a:solidFill>
                <a:latin typeface="Arial" panose="020B0604020202020204" pitchFamily="34" charset="0"/>
                <a:cs typeface="Arial" panose="020B0604020202020204" pitchFamily="34" charset="0"/>
              </a:rPr>
              <a:t>IV. MÔ PHỎNG VÀ ĐÁNH GIÁ KẾT QUẢ</a:t>
            </a:r>
          </a:p>
          <a:p>
            <a:pPr lvl="0">
              <a:lnSpc>
                <a:spcPct val="100000"/>
              </a:lnSpc>
              <a:defRPr sz="3200">
                <a:solidFill>
                  <a:srgbClr val="FFFFFF"/>
                </a:solidFill>
                <a:latin typeface="+mn-lt"/>
                <a:ea typeface="+mn-ea"/>
                <a:cs typeface="+mn-cs"/>
                <a:sym typeface="Helvetica Light"/>
              </a:defRPr>
            </a:pPr>
            <a:endParaRPr sz="2800" dirty="0">
              <a:solidFill>
                <a:srgbClr val="FFC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78548272-2F8A-FD85-058A-50071D065708}"/>
              </a:ext>
            </a:extLst>
          </p:cNvPr>
          <p:cNvSpPr txBox="1"/>
          <p:nvPr/>
        </p:nvSpPr>
        <p:spPr>
          <a:xfrm>
            <a:off x="-914400" y="752365"/>
            <a:ext cx="5943600" cy="298480"/>
          </a:xfrm>
          <a:prstGeom prst="rect">
            <a:avLst/>
          </a:prstGeom>
          <a:noFill/>
        </p:spPr>
        <p:txBody>
          <a:bodyPr wrap="square">
            <a:spAutoFit/>
          </a:bodyPr>
          <a:lstStyle/>
          <a:p>
            <a:pPr marL="457200" marR="0" indent="457200" algn="just">
              <a:lnSpc>
                <a:spcPct val="150000"/>
              </a:lnSpc>
              <a:spcBef>
                <a:spcPts val="0"/>
              </a:spcBef>
              <a:spcAft>
                <a:spcPts val="400"/>
              </a:spcAft>
            </a:pPr>
            <a:r>
              <a:rPr lang="en-US" sz="1000" b="1" kern="0">
                <a:effectLst/>
                <a:latin typeface="Times New Roman" panose="02020603050405020304" pitchFamily="18" charset="0"/>
                <a:ea typeface="Calibri" panose="020F0502020204030204" pitchFamily="34" charset="0"/>
                <a:cs typeface="Times New Roman" panose="02020603050405020304" pitchFamily="18" charset="0"/>
              </a:rPr>
              <a:t>Trường hợp 2:</a:t>
            </a:r>
            <a:r>
              <a:rPr lang="en-US" sz="1000" kern="0">
                <a:effectLst/>
                <a:latin typeface="Times New Roman" panose="02020603050405020304" pitchFamily="18" charset="0"/>
                <a:ea typeface="Calibri" panose="020F0502020204030204" pitchFamily="34" charset="0"/>
                <a:cs typeface="Times New Roman" panose="02020603050405020304" pitchFamily="18" charset="0"/>
              </a:rPr>
              <a:t> Khi sử dụng bộ điều khiển LQR và hệ thống không chịu tác động của nhiễu:</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0E79413F-DF6A-7DB1-8C4E-BAFC9F3A43F7}"/>
              </a:ext>
            </a:extLst>
          </p:cNvPr>
          <p:cNvSpPr txBox="1"/>
          <p:nvPr/>
        </p:nvSpPr>
        <p:spPr>
          <a:xfrm>
            <a:off x="1014004" y="3859744"/>
            <a:ext cx="7010399" cy="760144"/>
          </a:xfrm>
          <a:prstGeom prst="rect">
            <a:avLst/>
          </a:prstGeom>
          <a:noFill/>
        </p:spPr>
        <p:txBody>
          <a:bodyPr wrap="square">
            <a:spAutoFit/>
          </a:bodyPr>
          <a:lstStyle/>
          <a:p>
            <a:pPr marL="0" marR="0" indent="457200" algn="just">
              <a:lnSpc>
                <a:spcPct val="150000"/>
              </a:lnSpc>
              <a:spcBef>
                <a:spcPts val="0"/>
              </a:spcBef>
              <a:spcAft>
                <a:spcPts val="400"/>
              </a:spcAft>
            </a:pPr>
            <a:r>
              <a:rPr lang="en-US" sz="1000" kern="0">
                <a:effectLst/>
                <a:latin typeface="Times New Roman" panose="02020603050405020304" pitchFamily="18" charset="0"/>
                <a:ea typeface="Calibri" panose="020F0502020204030204" pitchFamily="34" charset="0"/>
                <a:cs typeface="Times New Roman" panose="02020603050405020304" pitchFamily="18" charset="0"/>
              </a:rPr>
              <a:t>Nhận xét: Trong trường hợp chưa có nhiễu tác động vào hệ thống thì chất lượng hệ thống đáp ứng tương đối tốt, các biến trạng thái của xe cân bằng tại 0, không có sai số xác lập, thời gian đạt xác lập nhanh, có xuất hiện vọt lố. Tuy nhiên mục đích vọt lố để xe có thể đạt được trạng thái cân bằng nhanh hơn.</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B45F0034-3CCA-7BF3-8B8A-820A139DF6A5}"/>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304800" y="1037609"/>
            <a:ext cx="4572000" cy="2734310"/>
          </a:xfrm>
          <a:prstGeom prst="rect">
            <a:avLst/>
          </a:prstGeom>
        </p:spPr>
      </p:pic>
      <p:grpSp>
        <p:nvGrpSpPr>
          <p:cNvPr id="11" name="Group 10">
            <a:extLst>
              <a:ext uri="{FF2B5EF4-FFF2-40B4-BE49-F238E27FC236}">
                <a16:creationId xmlns:a16="http://schemas.microsoft.com/office/drawing/2014/main" id="{3FFAF06E-ADFB-8A62-EC98-1B91C7A937F3}"/>
              </a:ext>
            </a:extLst>
          </p:cNvPr>
          <p:cNvGrpSpPr/>
          <p:nvPr/>
        </p:nvGrpSpPr>
        <p:grpSpPr>
          <a:xfrm>
            <a:off x="4495800" y="866860"/>
            <a:ext cx="4953000" cy="2891170"/>
            <a:chOff x="4495800" y="866860"/>
            <a:chExt cx="4953000" cy="2891170"/>
          </a:xfrm>
        </p:grpSpPr>
        <p:sp>
          <p:nvSpPr>
            <p:cNvPr id="10" name="TextBox 9">
              <a:extLst>
                <a:ext uri="{FF2B5EF4-FFF2-40B4-BE49-F238E27FC236}">
                  <a16:creationId xmlns:a16="http://schemas.microsoft.com/office/drawing/2014/main" id="{3A3708E5-D7D3-D162-73EB-7C661EFEA134}"/>
                </a:ext>
              </a:extLst>
            </p:cNvPr>
            <p:cNvSpPr txBox="1"/>
            <p:nvPr/>
          </p:nvSpPr>
          <p:spPr>
            <a:xfrm>
              <a:off x="4495800" y="3459550"/>
              <a:ext cx="4953000" cy="298480"/>
            </a:xfrm>
            <a:prstGeom prst="rect">
              <a:avLst/>
            </a:prstGeom>
            <a:noFill/>
          </p:spPr>
          <p:txBody>
            <a:bodyPr wrap="square">
              <a:spAutoFit/>
            </a:bodyPr>
            <a:lstStyle/>
            <a:p>
              <a:pPr marL="0" marR="0" algn="ctr">
                <a:lnSpc>
                  <a:spcPct val="150000"/>
                </a:lnSpc>
                <a:spcBef>
                  <a:spcPts val="0"/>
                </a:spcBef>
                <a:spcAft>
                  <a:spcPts val="0"/>
                </a:spcAft>
              </a:pPr>
              <a:r>
                <a:rPr lang="en-US" sz="1000" kern="0">
                  <a:effectLst/>
                  <a:latin typeface="Times New Roman" panose="02020603050405020304" pitchFamily="18" charset="0"/>
                  <a:ea typeface="SimSun" panose="02010600030101010101" pitchFamily="2" charset="-122"/>
                  <a:cs typeface="Times New Roman" panose="02020603050405020304" pitchFamily="18" charset="0"/>
                </a:rPr>
                <a:t>Hình 5 Đáp ứng của góc tới, góc nghiêng, góc xoay của xe trong trường hợp 2</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87BE478F-5928-9F89-1FB9-45ED1124B95E}"/>
                </a:ext>
              </a:extLst>
            </p:cNvPr>
            <p:cNvPicPr>
              <a:picLocks noChangeAspect="1"/>
            </p:cNvPicPr>
            <p:nvPr/>
          </p:nvPicPr>
          <p:blipFill>
            <a:blip r:embed="rId4"/>
            <a:stretch>
              <a:fillRect/>
            </a:stretch>
          </p:blipFill>
          <p:spPr>
            <a:xfrm>
              <a:off x="5029200" y="866860"/>
              <a:ext cx="3657600" cy="2707640"/>
            </a:xfrm>
            <a:prstGeom prst="rect">
              <a:avLst/>
            </a:prstGeom>
          </p:spPr>
        </p:pic>
      </p:grpSp>
      <p:grpSp>
        <p:nvGrpSpPr>
          <p:cNvPr id="18" name="Group 17">
            <a:extLst>
              <a:ext uri="{FF2B5EF4-FFF2-40B4-BE49-F238E27FC236}">
                <a16:creationId xmlns:a16="http://schemas.microsoft.com/office/drawing/2014/main" id="{CBBAD986-0BCC-8B6B-B946-AC069EE877FF}"/>
              </a:ext>
            </a:extLst>
          </p:cNvPr>
          <p:cNvGrpSpPr/>
          <p:nvPr/>
        </p:nvGrpSpPr>
        <p:grpSpPr>
          <a:xfrm>
            <a:off x="4269400" y="926054"/>
            <a:ext cx="5182818" cy="2831976"/>
            <a:chOff x="4052013" y="1141182"/>
            <a:chExt cx="5182818" cy="2831976"/>
          </a:xfrm>
        </p:grpSpPr>
        <p:pic>
          <p:nvPicPr>
            <p:cNvPr id="13" name="Picture 12">
              <a:extLst>
                <a:ext uri="{FF2B5EF4-FFF2-40B4-BE49-F238E27FC236}">
                  <a16:creationId xmlns:a16="http://schemas.microsoft.com/office/drawing/2014/main" id="{BBF5FF72-A9F3-28FA-AFB8-62407D458E06}"/>
                </a:ext>
              </a:extLst>
            </p:cNvPr>
            <p:cNvPicPr>
              <a:picLocks noChangeAspect="1"/>
            </p:cNvPicPr>
            <p:nvPr/>
          </p:nvPicPr>
          <p:blipFill>
            <a:blip r:embed="rId5"/>
            <a:stretch>
              <a:fillRect/>
            </a:stretch>
          </p:blipFill>
          <p:spPr>
            <a:xfrm>
              <a:off x="4944466" y="1141182"/>
              <a:ext cx="3491789" cy="2638847"/>
            </a:xfrm>
            <a:prstGeom prst="rect">
              <a:avLst/>
            </a:prstGeom>
          </p:spPr>
        </p:pic>
        <p:sp>
          <p:nvSpPr>
            <p:cNvPr id="17" name="TextBox 16">
              <a:extLst>
                <a:ext uri="{FF2B5EF4-FFF2-40B4-BE49-F238E27FC236}">
                  <a16:creationId xmlns:a16="http://schemas.microsoft.com/office/drawing/2014/main" id="{9DB206E7-2E3D-6BF5-D8A4-30606FD76C0E}"/>
                </a:ext>
              </a:extLst>
            </p:cNvPr>
            <p:cNvSpPr txBox="1"/>
            <p:nvPr/>
          </p:nvSpPr>
          <p:spPr>
            <a:xfrm>
              <a:off x="4052013" y="3674678"/>
              <a:ext cx="5182818" cy="298480"/>
            </a:xfrm>
            <a:prstGeom prst="rect">
              <a:avLst/>
            </a:prstGeom>
            <a:noFill/>
          </p:spPr>
          <p:txBody>
            <a:bodyPr wrap="square">
              <a:spAutoFit/>
            </a:bodyPr>
            <a:lstStyle/>
            <a:p>
              <a:pPr marL="0" marR="0" algn="ctr">
                <a:lnSpc>
                  <a:spcPct val="150000"/>
                </a:lnSpc>
                <a:spcBef>
                  <a:spcPts val="0"/>
                </a:spcBef>
                <a:spcAft>
                  <a:spcPts val="0"/>
                </a:spcAft>
              </a:pPr>
              <a:r>
                <a:rPr lang="en-US" sz="1000" kern="0">
                  <a:effectLst/>
                  <a:latin typeface="Times New Roman" panose="02020603050405020304" pitchFamily="18" charset="0"/>
                  <a:ea typeface="SimSun" panose="02010600030101010101" pitchFamily="2" charset="-122"/>
                  <a:cs typeface="Times New Roman" panose="02020603050405020304" pitchFamily="18" charset="0"/>
                </a:rPr>
                <a:t>Hình </a:t>
              </a:r>
              <a:r>
                <a:rPr lang="en-US" sz="1000" kern="0">
                  <a:latin typeface="Times New Roman" panose="02020603050405020304" pitchFamily="18" charset="0"/>
                  <a:ea typeface="SimSun" panose="02010600030101010101" pitchFamily="2" charset="-122"/>
                  <a:cs typeface="Times New Roman" panose="02020603050405020304" pitchFamily="18" charset="0"/>
                </a:rPr>
                <a:t>6</a:t>
              </a:r>
              <a:r>
                <a:rPr lang="en-US" sz="1000" kern="0">
                  <a:effectLst/>
                  <a:latin typeface="Times New Roman" panose="02020603050405020304" pitchFamily="18" charset="0"/>
                  <a:ea typeface="SimSun" panose="02010600030101010101" pitchFamily="2" charset="-122"/>
                  <a:cs typeface="Times New Roman" panose="02020603050405020304" pitchFamily="18" charset="0"/>
                </a:rPr>
                <a:t> Tín hiệu điều khiển của xe trong trường hợp 2</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23485364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nodeType="clickEffect">
                                  <p:stCondLst>
                                    <p:cond delay="0"/>
                                  </p:stCondLst>
                                  <p:childTnLst>
                                    <p:animEffect transition="out" filter="wipe(down)">
                                      <p:cBhvr>
                                        <p:cTn id="16" dur="500"/>
                                        <p:tgtEl>
                                          <p:spTgt spid="11"/>
                                        </p:tgtEl>
                                      </p:cBhvr>
                                    </p:animEffect>
                                    <p:set>
                                      <p:cBhvr>
                                        <p:cTn id="17" dur="1" fill="hold">
                                          <p:stCondLst>
                                            <p:cond delay="499"/>
                                          </p:stCondLst>
                                        </p:cTn>
                                        <p:tgtEl>
                                          <p:spTgt spid="11"/>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arn(inVertical)">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down)">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A4A5D-DD46-466A-13AD-4584FD5696AF}"/>
            </a:ext>
          </a:extLst>
        </p:cNvPr>
        <p:cNvGrpSpPr/>
        <p:nvPr/>
      </p:nvGrpSpPr>
      <p:grpSpPr>
        <a:xfrm>
          <a:off x="0" y="0"/>
          <a:ext cx="0" cy="0"/>
          <a:chOff x="0" y="0"/>
          <a:chExt cx="0" cy="0"/>
        </a:xfrm>
      </p:grpSpPr>
      <p:sp>
        <p:nvSpPr>
          <p:cNvPr id="12" name="Shape 2733">
            <a:extLst>
              <a:ext uri="{FF2B5EF4-FFF2-40B4-BE49-F238E27FC236}">
                <a16:creationId xmlns:a16="http://schemas.microsoft.com/office/drawing/2014/main" id="{07D1D51C-8EAE-BE8F-25AE-7BB14CE73236}"/>
              </a:ext>
            </a:extLst>
          </p:cNvPr>
          <p:cNvSpPr/>
          <p:nvPr/>
        </p:nvSpPr>
        <p:spPr>
          <a:xfrm>
            <a:off x="762000" y="242170"/>
            <a:ext cx="7262403" cy="510195"/>
          </a:xfrm>
          <a:prstGeom prst="rect">
            <a:avLst/>
          </a:prstGeom>
          <a:solidFill>
            <a:srgbClr val="0079A5"/>
          </a:solidFill>
          <a:ln w="12700">
            <a:noFill/>
            <a:miter lim="4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50800" tIns="50800" rIns="50800" bIns="50800" anchor="ctr"/>
          <a:lstStyle/>
          <a:p>
            <a:pPr>
              <a:defRPr sz="3200">
                <a:solidFill>
                  <a:srgbClr val="FFFFFF"/>
                </a:solidFill>
                <a:latin typeface="+mn-lt"/>
                <a:ea typeface="+mn-ea"/>
                <a:cs typeface="+mn-cs"/>
                <a:sym typeface="Helvetica Light"/>
              </a:defRPr>
            </a:pPr>
            <a:endParaRPr lang="en-US" sz="2800">
              <a:solidFill>
                <a:srgbClr val="FFC000"/>
              </a:solidFill>
              <a:latin typeface="Arial" panose="020B0604020202020204" pitchFamily="34" charset="0"/>
              <a:cs typeface="Arial" panose="020B0604020202020204" pitchFamily="34" charset="0"/>
            </a:endParaRPr>
          </a:p>
          <a:p>
            <a:pPr algn="l">
              <a:defRPr sz="3200">
                <a:solidFill>
                  <a:srgbClr val="FFFFFF"/>
                </a:solidFill>
                <a:latin typeface="+mn-lt"/>
                <a:ea typeface="+mn-ea"/>
                <a:cs typeface="+mn-cs"/>
                <a:sym typeface="Helvetica Light"/>
              </a:defRPr>
            </a:pPr>
            <a:r>
              <a:rPr lang="en-US" sz="1800" b="1">
                <a:solidFill>
                  <a:srgbClr val="FFC000"/>
                </a:solidFill>
                <a:latin typeface="Arial" panose="020B0604020202020204" pitchFamily="34" charset="0"/>
                <a:cs typeface="Arial" panose="020B0604020202020204" pitchFamily="34" charset="0"/>
              </a:rPr>
              <a:t>IV. MÔ PHỎNG VÀ ĐÁNH GIÁ KẾT QUẢ</a:t>
            </a:r>
          </a:p>
          <a:p>
            <a:pPr lvl="0">
              <a:lnSpc>
                <a:spcPct val="100000"/>
              </a:lnSpc>
              <a:defRPr sz="3200">
                <a:solidFill>
                  <a:srgbClr val="FFFFFF"/>
                </a:solidFill>
                <a:latin typeface="+mn-lt"/>
                <a:ea typeface="+mn-ea"/>
                <a:cs typeface="+mn-cs"/>
                <a:sym typeface="Helvetica Light"/>
              </a:defRPr>
            </a:pPr>
            <a:endParaRPr sz="2800" dirty="0">
              <a:solidFill>
                <a:srgbClr val="FFC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78548272-2F8A-FD85-058A-50071D065708}"/>
              </a:ext>
            </a:extLst>
          </p:cNvPr>
          <p:cNvSpPr txBox="1"/>
          <p:nvPr/>
        </p:nvSpPr>
        <p:spPr>
          <a:xfrm>
            <a:off x="-914400" y="752365"/>
            <a:ext cx="5943600" cy="298480"/>
          </a:xfrm>
          <a:prstGeom prst="rect">
            <a:avLst/>
          </a:prstGeom>
          <a:noFill/>
        </p:spPr>
        <p:txBody>
          <a:bodyPr wrap="square">
            <a:spAutoFit/>
          </a:bodyPr>
          <a:lstStyle/>
          <a:p>
            <a:pPr marL="457200" marR="0" indent="457200" algn="just">
              <a:lnSpc>
                <a:spcPct val="150000"/>
              </a:lnSpc>
              <a:spcBef>
                <a:spcPts val="0"/>
              </a:spcBef>
              <a:spcAft>
                <a:spcPts val="400"/>
              </a:spcAft>
            </a:pPr>
            <a:r>
              <a:rPr lang="en-US" sz="1000" b="1" kern="0">
                <a:effectLst/>
                <a:latin typeface="Times New Roman" panose="02020603050405020304" pitchFamily="18" charset="0"/>
                <a:ea typeface="Calibri" panose="020F0502020204030204" pitchFamily="34" charset="0"/>
                <a:cs typeface="Times New Roman" panose="02020603050405020304" pitchFamily="18" charset="0"/>
              </a:rPr>
              <a:t>Trường hợp 3:</a:t>
            </a:r>
            <a:r>
              <a:rPr lang="en-US" sz="1000" kern="0">
                <a:effectLst/>
                <a:latin typeface="Times New Roman" panose="02020603050405020304" pitchFamily="18" charset="0"/>
                <a:ea typeface="Calibri" panose="020F0502020204030204" pitchFamily="34" charset="0"/>
                <a:cs typeface="Times New Roman" panose="02020603050405020304" pitchFamily="18" charset="0"/>
              </a:rPr>
              <a:t> Khi sử dụng bộ điều khiển LQR và hệ thống chịu tác động của nhiễu:</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0E79413F-DF6A-7DB1-8C4E-BAFC9F3A43F7}"/>
              </a:ext>
            </a:extLst>
          </p:cNvPr>
          <p:cNvSpPr txBox="1"/>
          <p:nvPr/>
        </p:nvSpPr>
        <p:spPr>
          <a:xfrm>
            <a:off x="914400" y="3815706"/>
            <a:ext cx="7162800" cy="1015663"/>
          </a:xfrm>
          <a:prstGeom prst="rect">
            <a:avLst/>
          </a:prstGeom>
          <a:noFill/>
        </p:spPr>
        <p:txBody>
          <a:bodyPr wrap="square">
            <a:spAutoFit/>
          </a:bodyPr>
          <a:lstStyle/>
          <a:p>
            <a:pPr algn="just"/>
            <a:r>
              <a:rPr lang="en-US" sz="1000">
                <a:latin typeface="Times New Roman" panose="02020603050405020304" pitchFamily="18" charset="0"/>
                <a:cs typeface="Times New Roman" panose="02020603050405020304" pitchFamily="18" charset="0"/>
              </a:rPr>
              <a:t>Nhận xét: Khi có nhiễu tác động vào hệ thống thì chất lượng điều khiển của hệ thống bị ảnh hưởng đáng kể, tín hiệu điều khiển dao động với tần số cao. Nếu trong thời gian dài có thể gây hư hỏng động cơ. Đây cũng là nhược điểm của bộ điều khiển LQR khi hệ thống chịu tác động của nhiễu hệ thống và nhiễu đo lường từ cảm biến.</a:t>
            </a:r>
          </a:p>
          <a:p>
            <a:pPr algn="just"/>
            <a:r>
              <a:rPr lang="en-US" sz="1000"/>
              <a:t>Qua khảo sát bộ điều khiển LQR trong hai trường hợp trên, thì cho thấy được rằng trọng số ma trận Q ảnh hưởng tới chất lượng hệ thống. Khi tăng trọng số ma trận Q thì đáp ứng tín hiệu ra tốt hơn, giảm được đáng kể thời gian xác lập. Còn trọng số R ảnh hưởng tới tín hiệu điều khiển, khi giảm trọng số R sẽ giúp tín hiệu điều khiển tăng lên giúp xe cân bằng nhanh hơn.</a:t>
            </a:r>
          </a:p>
        </p:txBody>
      </p:sp>
      <p:pic>
        <p:nvPicPr>
          <p:cNvPr id="2" name="Picture 1">
            <a:extLst>
              <a:ext uri="{FF2B5EF4-FFF2-40B4-BE49-F238E27FC236}">
                <a16:creationId xmlns:a16="http://schemas.microsoft.com/office/drawing/2014/main" id="{07F0B212-3AE1-A9D9-8394-AB682F5D5C95}"/>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90500" y="1100392"/>
            <a:ext cx="4572000" cy="2696845"/>
          </a:xfrm>
          <a:prstGeom prst="rect">
            <a:avLst/>
          </a:prstGeom>
        </p:spPr>
      </p:pic>
      <p:grpSp>
        <p:nvGrpSpPr>
          <p:cNvPr id="8" name="Group 7">
            <a:extLst>
              <a:ext uri="{FF2B5EF4-FFF2-40B4-BE49-F238E27FC236}">
                <a16:creationId xmlns:a16="http://schemas.microsoft.com/office/drawing/2014/main" id="{43F1CDAF-4BEC-A631-F25D-9C9AD6759DB9}"/>
              </a:ext>
            </a:extLst>
          </p:cNvPr>
          <p:cNvGrpSpPr/>
          <p:nvPr/>
        </p:nvGrpSpPr>
        <p:grpSpPr>
          <a:xfrm>
            <a:off x="4495800" y="819150"/>
            <a:ext cx="4953000" cy="2938880"/>
            <a:chOff x="4495800" y="819150"/>
            <a:chExt cx="4953000" cy="2938880"/>
          </a:xfrm>
        </p:grpSpPr>
        <p:sp>
          <p:nvSpPr>
            <p:cNvPr id="10" name="TextBox 9">
              <a:extLst>
                <a:ext uri="{FF2B5EF4-FFF2-40B4-BE49-F238E27FC236}">
                  <a16:creationId xmlns:a16="http://schemas.microsoft.com/office/drawing/2014/main" id="{3A3708E5-D7D3-D162-73EB-7C661EFEA134}"/>
                </a:ext>
              </a:extLst>
            </p:cNvPr>
            <p:cNvSpPr txBox="1"/>
            <p:nvPr/>
          </p:nvSpPr>
          <p:spPr>
            <a:xfrm>
              <a:off x="4495800" y="3459550"/>
              <a:ext cx="4953000" cy="298480"/>
            </a:xfrm>
            <a:prstGeom prst="rect">
              <a:avLst/>
            </a:prstGeom>
            <a:noFill/>
          </p:spPr>
          <p:txBody>
            <a:bodyPr wrap="square">
              <a:spAutoFit/>
            </a:bodyPr>
            <a:lstStyle/>
            <a:p>
              <a:pPr marL="0" marR="0" algn="ctr">
                <a:lnSpc>
                  <a:spcPct val="150000"/>
                </a:lnSpc>
                <a:spcBef>
                  <a:spcPts val="0"/>
                </a:spcBef>
                <a:spcAft>
                  <a:spcPts val="0"/>
                </a:spcAft>
              </a:pPr>
              <a:r>
                <a:rPr lang="en-US" sz="1000" kern="0">
                  <a:effectLst/>
                  <a:latin typeface="Times New Roman" panose="02020603050405020304" pitchFamily="18" charset="0"/>
                  <a:ea typeface="SimSun" panose="02010600030101010101" pitchFamily="2" charset="-122"/>
                  <a:cs typeface="Times New Roman" panose="02020603050405020304" pitchFamily="18" charset="0"/>
                </a:rPr>
                <a:t>Hình </a:t>
              </a:r>
              <a:r>
                <a:rPr lang="en-US" sz="1000" kern="0">
                  <a:latin typeface="Times New Roman" panose="02020603050405020304" pitchFamily="18" charset="0"/>
                  <a:ea typeface="SimSun" panose="02010600030101010101" pitchFamily="2" charset="-122"/>
                  <a:cs typeface="Times New Roman" panose="02020603050405020304" pitchFamily="18" charset="0"/>
                </a:rPr>
                <a:t>7</a:t>
              </a:r>
              <a:r>
                <a:rPr lang="en-US" sz="1000" kern="0">
                  <a:effectLst/>
                  <a:latin typeface="Times New Roman" panose="02020603050405020304" pitchFamily="18" charset="0"/>
                  <a:ea typeface="SimSun" panose="02010600030101010101" pitchFamily="2" charset="-122"/>
                  <a:cs typeface="Times New Roman" panose="02020603050405020304" pitchFamily="18" charset="0"/>
                </a:rPr>
                <a:t> Đáp ứng của góc tới, góc nghiêng, góc xoay của xe trong trường hợp 3</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7305A561-C8B0-D1CF-9805-ADC10EFD0347}"/>
                </a:ext>
              </a:extLst>
            </p:cNvPr>
            <p:cNvPicPr>
              <a:picLocks noChangeAspect="1"/>
            </p:cNvPicPr>
            <p:nvPr/>
          </p:nvPicPr>
          <p:blipFill>
            <a:blip r:embed="rId4"/>
            <a:stretch>
              <a:fillRect/>
            </a:stretch>
          </p:blipFill>
          <p:spPr>
            <a:xfrm>
              <a:off x="4953000" y="819150"/>
              <a:ext cx="3482140" cy="2696845"/>
            </a:xfrm>
            <a:prstGeom prst="rect">
              <a:avLst/>
            </a:prstGeom>
          </p:spPr>
        </p:pic>
      </p:grpSp>
      <p:grpSp>
        <p:nvGrpSpPr>
          <p:cNvPr id="16" name="Group 15">
            <a:extLst>
              <a:ext uri="{FF2B5EF4-FFF2-40B4-BE49-F238E27FC236}">
                <a16:creationId xmlns:a16="http://schemas.microsoft.com/office/drawing/2014/main" id="{289A96B0-CDA8-338C-FD2F-E75BA744F243}"/>
              </a:ext>
            </a:extLst>
          </p:cNvPr>
          <p:cNvGrpSpPr/>
          <p:nvPr/>
        </p:nvGrpSpPr>
        <p:grpSpPr>
          <a:xfrm>
            <a:off x="4292100" y="1081443"/>
            <a:ext cx="5360399" cy="2734741"/>
            <a:chOff x="4876800" y="2844800"/>
            <a:chExt cx="5182818" cy="2540030"/>
          </a:xfrm>
        </p:grpSpPr>
        <p:pic>
          <p:nvPicPr>
            <p:cNvPr id="9" name="Picture 8">
              <a:extLst>
                <a:ext uri="{FF2B5EF4-FFF2-40B4-BE49-F238E27FC236}">
                  <a16:creationId xmlns:a16="http://schemas.microsoft.com/office/drawing/2014/main" id="{6907F476-E371-BFAF-EAF1-696BB8DF25C8}"/>
                </a:ext>
              </a:extLst>
            </p:cNvPr>
            <p:cNvPicPr>
              <a:picLocks noChangeAspect="1"/>
            </p:cNvPicPr>
            <p:nvPr/>
          </p:nvPicPr>
          <p:blipFill>
            <a:blip r:embed="rId5"/>
            <a:stretch>
              <a:fillRect/>
            </a:stretch>
          </p:blipFill>
          <p:spPr>
            <a:xfrm>
              <a:off x="5410200" y="2844800"/>
              <a:ext cx="3657600" cy="2298700"/>
            </a:xfrm>
            <a:prstGeom prst="rect">
              <a:avLst/>
            </a:prstGeom>
          </p:spPr>
        </p:pic>
        <p:sp>
          <p:nvSpPr>
            <p:cNvPr id="15" name="TextBox 14">
              <a:extLst>
                <a:ext uri="{FF2B5EF4-FFF2-40B4-BE49-F238E27FC236}">
                  <a16:creationId xmlns:a16="http://schemas.microsoft.com/office/drawing/2014/main" id="{F0EF1F81-C61C-FA3F-B2F8-947706D281BC}"/>
                </a:ext>
              </a:extLst>
            </p:cNvPr>
            <p:cNvSpPr txBox="1"/>
            <p:nvPr/>
          </p:nvSpPr>
          <p:spPr>
            <a:xfrm>
              <a:off x="4876800" y="5086350"/>
              <a:ext cx="5182818" cy="298480"/>
            </a:xfrm>
            <a:prstGeom prst="rect">
              <a:avLst/>
            </a:prstGeom>
            <a:noFill/>
          </p:spPr>
          <p:txBody>
            <a:bodyPr wrap="square">
              <a:spAutoFit/>
            </a:bodyPr>
            <a:lstStyle/>
            <a:p>
              <a:pPr marL="0" marR="0" algn="ctr">
                <a:lnSpc>
                  <a:spcPct val="150000"/>
                </a:lnSpc>
                <a:spcBef>
                  <a:spcPts val="0"/>
                </a:spcBef>
                <a:spcAft>
                  <a:spcPts val="0"/>
                </a:spcAft>
              </a:pPr>
              <a:r>
                <a:rPr lang="en-US" sz="1000" kern="0">
                  <a:effectLst/>
                  <a:latin typeface="Times New Roman" panose="02020603050405020304" pitchFamily="18" charset="0"/>
                  <a:ea typeface="SimSun" panose="02010600030101010101" pitchFamily="2" charset="-122"/>
                  <a:cs typeface="Times New Roman" panose="02020603050405020304" pitchFamily="18" charset="0"/>
                </a:rPr>
                <a:t>Hình </a:t>
              </a:r>
              <a:r>
                <a:rPr lang="en-US" sz="1000" kern="0">
                  <a:latin typeface="Times New Roman" panose="02020603050405020304" pitchFamily="18" charset="0"/>
                  <a:ea typeface="SimSun" panose="02010600030101010101" pitchFamily="2" charset="-122"/>
                  <a:cs typeface="Times New Roman" panose="02020603050405020304" pitchFamily="18" charset="0"/>
                </a:rPr>
                <a:t>8</a:t>
              </a:r>
              <a:r>
                <a:rPr lang="en-US" sz="1000" kern="0">
                  <a:effectLst/>
                  <a:latin typeface="Times New Roman" panose="02020603050405020304" pitchFamily="18" charset="0"/>
                  <a:ea typeface="SimSun" panose="02010600030101010101" pitchFamily="2" charset="-122"/>
                  <a:cs typeface="Times New Roman" panose="02020603050405020304" pitchFamily="18" charset="0"/>
                </a:rPr>
                <a:t> Tín hiệu điều khiển của xe trong trường hợp 3</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8983905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nodeType="clickEffect">
                                  <p:stCondLst>
                                    <p:cond delay="0"/>
                                  </p:stCondLst>
                                  <p:childTnLst>
                                    <p:animEffect transition="out" filter="fade">
                                      <p:cBhvr>
                                        <p:cTn id="18" dur="500"/>
                                        <p:tgtEl>
                                          <p:spTgt spid="8"/>
                                        </p:tgtEl>
                                      </p:cBhvr>
                                    </p:animEffect>
                                    <p:set>
                                      <p:cBhvr>
                                        <p:cTn id="19" dur="1" fill="hold">
                                          <p:stCondLst>
                                            <p:cond delay="499"/>
                                          </p:stCondLst>
                                        </p:cTn>
                                        <p:tgtEl>
                                          <p:spTgt spid="8"/>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barn(inVertical)">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down)">
                                      <p:cBhvr>
                                        <p:cTn id="2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A4A5D-DD46-466A-13AD-4584FD5696AF}"/>
            </a:ext>
          </a:extLst>
        </p:cNvPr>
        <p:cNvGrpSpPr/>
        <p:nvPr/>
      </p:nvGrpSpPr>
      <p:grpSpPr>
        <a:xfrm>
          <a:off x="0" y="0"/>
          <a:ext cx="0" cy="0"/>
          <a:chOff x="0" y="0"/>
          <a:chExt cx="0" cy="0"/>
        </a:xfrm>
      </p:grpSpPr>
      <p:sp>
        <p:nvSpPr>
          <p:cNvPr id="12" name="Shape 2733">
            <a:extLst>
              <a:ext uri="{FF2B5EF4-FFF2-40B4-BE49-F238E27FC236}">
                <a16:creationId xmlns:a16="http://schemas.microsoft.com/office/drawing/2014/main" id="{07D1D51C-8EAE-BE8F-25AE-7BB14CE73236}"/>
              </a:ext>
            </a:extLst>
          </p:cNvPr>
          <p:cNvSpPr/>
          <p:nvPr/>
        </p:nvSpPr>
        <p:spPr>
          <a:xfrm>
            <a:off x="762000" y="242170"/>
            <a:ext cx="7262403" cy="510195"/>
          </a:xfrm>
          <a:prstGeom prst="rect">
            <a:avLst/>
          </a:prstGeom>
          <a:solidFill>
            <a:srgbClr val="0079A5"/>
          </a:solidFill>
          <a:ln w="12700">
            <a:noFill/>
            <a:miter lim="4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50800" tIns="50800" rIns="50800" bIns="50800" anchor="ctr"/>
          <a:lstStyle/>
          <a:p>
            <a:pPr>
              <a:defRPr sz="3200">
                <a:solidFill>
                  <a:srgbClr val="FFFFFF"/>
                </a:solidFill>
                <a:latin typeface="+mn-lt"/>
                <a:ea typeface="+mn-ea"/>
                <a:cs typeface="+mn-cs"/>
                <a:sym typeface="Helvetica Light"/>
              </a:defRPr>
            </a:pPr>
            <a:endParaRPr lang="en-US" sz="2800">
              <a:solidFill>
                <a:srgbClr val="FFC000"/>
              </a:solidFill>
              <a:latin typeface="Arial" panose="020B0604020202020204" pitchFamily="34" charset="0"/>
              <a:cs typeface="Arial" panose="020B0604020202020204" pitchFamily="34" charset="0"/>
            </a:endParaRPr>
          </a:p>
          <a:p>
            <a:pPr algn="l">
              <a:defRPr sz="3200">
                <a:solidFill>
                  <a:srgbClr val="FFFFFF"/>
                </a:solidFill>
                <a:latin typeface="+mn-lt"/>
                <a:ea typeface="+mn-ea"/>
                <a:cs typeface="+mn-cs"/>
                <a:sym typeface="Helvetica Light"/>
              </a:defRPr>
            </a:pPr>
            <a:r>
              <a:rPr lang="en-US" sz="1800" b="1">
                <a:solidFill>
                  <a:srgbClr val="FFC000"/>
                </a:solidFill>
                <a:latin typeface="Arial" panose="020B0604020202020204" pitchFamily="34" charset="0"/>
                <a:cs typeface="Arial" panose="020B0604020202020204" pitchFamily="34" charset="0"/>
              </a:rPr>
              <a:t>IV. MÔ PHỎNG VÀ ĐÁNH GIÁ KẾT QUẢ</a:t>
            </a:r>
          </a:p>
          <a:p>
            <a:pPr lvl="0">
              <a:lnSpc>
                <a:spcPct val="100000"/>
              </a:lnSpc>
              <a:defRPr sz="3200">
                <a:solidFill>
                  <a:srgbClr val="FFFFFF"/>
                </a:solidFill>
                <a:latin typeface="+mn-lt"/>
                <a:ea typeface="+mn-ea"/>
                <a:cs typeface="+mn-cs"/>
                <a:sym typeface="Helvetica Light"/>
              </a:defRPr>
            </a:pPr>
            <a:endParaRPr sz="2800" dirty="0">
              <a:solidFill>
                <a:srgbClr val="FFC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78548272-2F8A-FD85-058A-50071D065708}"/>
              </a:ext>
            </a:extLst>
          </p:cNvPr>
          <p:cNvSpPr txBox="1"/>
          <p:nvPr/>
        </p:nvSpPr>
        <p:spPr>
          <a:xfrm>
            <a:off x="-76200" y="746180"/>
            <a:ext cx="5562600" cy="529312"/>
          </a:xfrm>
          <a:prstGeom prst="rect">
            <a:avLst/>
          </a:prstGeom>
          <a:noFill/>
        </p:spPr>
        <p:txBody>
          <a:bodyPr wrap="square">
            <a:spAutoFit/>
          </a:bodyPr>
          <a:lstStyle/>
          <a:p>
            <a:pPr marL="457200" marR="0" indent="457200" algn="just">
              <a:lnSpc>
                <a:spcPct val="150000"/>
              </a:lnSpc>
              <a:spcBef>
                <a:spcPts val="0"/>
              </a:spcBef>
              <a:spcAft>
                <a:spcPts val="400"/>
              </a:spcAft>
            </a:pPr>
            <a:r>
              <a:rPr lang="en-US" sz="1000" b="1" kern="0">
                <a:effectLst/>
                <a:latin typeface="Times New Roman" panose="02020603050405020304" pitchFamily="18" charset="0"/>
                <a:ea typeface="Calibri" panose="020F0502020204030204" pitchFamily="34" charset="0"/>
                <a:cs typeface="Times New Roman" panose="02020603050405020304" pitchFamily="18" charset="0"/>
              </a:rPr>
              <a:t>Trường hợp 4:</a:t>
            </a:r>
            <a:r>
              <a:rPr lang="en-US" sz="1000" kern="0">
                <a:effectLst/>
                <a:latin typeface="Times New Roman" panose="02020603050405020304" pitchFamily="18" charset="0"/>
                <a:ea typeface="Calibri" panose="020F0502020204030204" pitchFamily="34" charset="0"/>
                <a:cs typeface="Times New Roman" panose="02020603050405020304" pitchFamily="18" charset="0"/>
              </a:rPr>
              <a:t> Khi sử dụng bộ điều khiển LQR kết hợp với bộ lọc Kalman để lọc nhiễu cho hệ thống:</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0E79413F-DF6A-7DB1-8C4E-BAFC9F3A43F7}"/>
              </a:ext>
            </a:extLst>
          </p:cNvPr>
          <p:cNvSpPr txBox="1"/>
          <p:nvPr/>
        </p:nvSpPr>
        <p:spPr>
          <a:xfrm>
            <a:off x="1129337" y="4188156"/>
            <a:ext cx="7249160" cy="707886"/>
          </a:xfrm>
          <a:prstGeom prst="rect">
            <a:avLst/>
          </a:prstGeom>
          <a:noFill/>
        </p:spPr>
        <p:txBody>
          <a:bodyPr wrap="square">
            <a:spAutoFit/>
          </a:bodyPr>
          <a:lstStyle/>
          <a:p>
            <a:pPr algn="just"/>
            <a:r>
              <a:rPr lang="en-US" sz="1000">
                <a:latin typeface="Times New Roman" panose="02020603050405020304" pitchFamily="18" charset="0"/>
                <a:cs typeface="Times New Roman" panose="02020603050405020304" pitchFamily="18" charset="0"/>
              </a:rPr>
              <a:t>Nhận xét: Tín hiệu đáp ứng của hệ thống sau khi qua bộ lọc nhiễu Kalman thì tín hiệu được lọc nhiễu đáng kể. Qua đó giúp chất lượng hệ thống đáp ứng tốt hơn, tín hiệu điểu khiển ít dao động, ổn định hơn, động cơ chạy mượt hơn khi điều khiển. Bộ lọc Kalman ước lượng trạng thái hệ thống và lọc nhiễu, nhờ vậy đáp ứng của hệ thống khi kết hợp với bộ lọc Kalman tốt hơn khi không sử dụng bộ lọc Kalman trong trường hợp có nhiễu hệ thống và nhiễu đo lường từ cảm biến trả về.</a:t>
            </a:r>
          </a:p>
        </p:txBody>
      </p:sp>
      <p:pic>
        <p:nvPicPr>
          <p:cNvPr id="2" name="Picture 1">
            <a:extLst>
              <a:ext uri="{FF2B5EF4-FFF2-40B4-BE49-F238E27FC236}">
                <a16:creationId xmlns:a16="http://schemas.microsoft.com/office/drawing/2014/main" id="{010C6A06-D1F4-1E6F-EAE8-E56DA3C9901C}"/>
              </a:ext>
            </a:extLst>
          </p:cNvPr>
          <p:cNvPicPr>
            <a:picLocks noChangeAspect="1"/>
          </p:cNvPicPr>
          <p:nvPr/>
        </p:nvPicPr>
        <p:blipFill rotWithShape="1">
          <a:blip r:embed="rId3" cstate="email">
            <a:extLst>
              <a:ext uri="{28A0092B-C50C-407E-A947-70E740481C1C}">
                <a14:useLocalDpi xmlns:a14="http://schemas.microsoft.com/office/drawing/2010/main" val="0"/>
              </a:ext>
            </a:extLst>
          </a:blip>
          <a:srcRect t="7206"/>
          <a:stretch/>
        </p:blipFill>
        <p:spPr>
          <a:xfrm>
            <a:off x="746760" y="1219400"/>
            <a:ext cx="3825240" cy="2898899"/>
          </a:xfrm>
          <a:prstGeom prst="rect">
            <a:avLst/>
          </a:prstGeom>
        </p:spPr>
      </p:pic>
      <p:grpSp>
        <p:nvGrpSpPr>
          <p:cNvPr id="8" name="Group 7">
            <a:extLst>
              <a:ext uri="{FF2B5EF4-FFF2-40B4-BE49-F238E27FC236}">
                <a16:creationId xmlns:a16="http://schemas.microsoft.com/office/drawing/2014/main" id="{56D27E17-47FD-4085-359A-57B4613C0748}"/>
              </a:ext>
            </a:extLst>
          </p:cNvPr>
          <p:cNvGrpSpPr/>
          <p:nvPr/>
        </p:nvGrpSpPr>
        <p:grpSpPr>
          <a:xfrm>
            <a:off x="4495799" y="1060152"/>
            <a:ext cx="4953000" cy="2843308"/>
            <a:chOff x="4495799" y="1060152"/>
            <a:chExt cx="4953000" cy="2843308"/>
          </a:xfrm>
        </p:grpSpPr>
        <p:sp>
          <p:nvSpPr>
            <p:cNvPr id="10" name="TextBox 9">
              <a:extLst>
                <a:ext uri="{FF2B5EF4-FFF2-40B4-BE49-F238E27FC236}">
                  <a16:creationId xmlns:a16="http://schemas.microsoft.com/office/drawing/2014/main" id="{3A3708E5-D7D3-D162-73EB-7C661EFEA134}"/>
                </a:ext>
              </a:extLst>
            </p:cNvPr>
            <p:cNvSpPr txBox="1"/>
            <p:nvPr/>
          </p:nvSpPr>
          <p:spPr>
            <a:xfrm>
              <a:off x="4495799" y="3604980"/>
              <a:ext cx="4953000" cy="298480"/>
            </a:xfrm>
            <a:prstGeom prst="rect">
              <a:avLst/>
            </a:prstGeom>
            <a:noFill/>
          </p:spPr>
          <p:txBody>
            <a:bodyPr wrap="square">
              <a:spAutoFit/>
            </a:bodyPr>
            <a:lstStyle/>
            <a:p>
              <a:pPr marL="0" marR="0" algn="ctr">
                <a:lnSpc>
                  <a:spcPct val="150000"/>
                </a:lnSpc>
                <a:spcBef>
                  <a:spcPts val="0"/>
                </a:spcBef>
                <a:spcAft>
                  <a:spcPts val="0"/>
                </a:spcAft>
              </a:pPr>
              <a:r>
                <a:rPr lang="en-US" sz="1000" kern="0">
                  <a:effectLst/>
                  <a:latin typeface="Times New Roman" panose="02020603050405020304" pitchFamily="18" charset="0"/>
                  <a:ea typeface="SimSun" panose="02010600030101010101" pitchFamily="2" charset="-122"/>
                  <a:cs typeface="Times New Roman" panose="02020603050405020304" pitchFamily="18" charset="0"/>
                </a:rPr>
                <a:t>Hình </a:t>
              </a:r>
              <a:r>
                <a:rPr lang="en-US" sz="1000" kern="0">
                  <a:latin typeface="Times New Roman" panose="02020603050405020304" pitchFamily="18" charset="0"/>
                  <a:ea typeface="SimSun" panose="02010600030101010101" pitchFamily="2" charset="-122"/>
                  <a:cs typeface="Times New Roman" panose="02020603050405020304" pitchFamily="18" charset="0"/>
                </a:rPr>
                <a:t>9</a:t>
              </a:r>
              <a:r>
                <a:rPr lang="en-US" sz="1000" kern="0">
                  <a:effectLst/>
                  <a:latin typeface="Times New Roman" panose="02020603050405020304" pitchFamily="18" charset="0"/>
                  <a:ea typeface="SimSun" panose="02010600030101010101" pitchFamily="2" charset="-122"/>
                  <a:cs typeface="Times New Roman" panose="02020603050405020304" pitchFamily="18" charset="0"/>
                </a:rPr>
                <a:t> Đáp ứng của góc tới, góc nghiêng, góc xoay của xe trong trường hợp 4</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05D79E39-AD65-2382-2850-8454C7B1CBBA}"/>
                </a:ext>
              </a:extLst>
            </p:cNvPr>
            <p:cNvPicPr>
              <a:picLocks noChangeAspect="1"/>
            </p:cNvPicPr>
            <p:nvPr/>
          </p:nvPicPr>
          <p:blipFill>
            <a:blip r:embed="rId4"/>
            <a:stretch>
              <a:fillRect/>
            </a:stretch>
          </p:blipFill>
          <p:spPr>
            <a:xfrm>
              <a:off x="5029200" y="1060152"/>
              <a:ext cx="3351126" cy="2554070"/>
            </a:xfrm>
            <a:prstGeom prst="rect">
              <a:avLst/>
            </a:prstGeom>
          </p:spPr>
        </p:pic>
      </p:grpSp>
      <p:grpSp>
        <p:nvGrpSpPr>
          <p:cNvPr id="16" name="Group 15">
            <a:extLst>
              <a:ext uri="{FF2B5EF4-FFF2-40B4-BE49-F238E27FC236}">
                <a16:creationId xmlns:a16="http://schemas.microsoft.com/office/drawing/2014/main" id="{DACD1E2C-3FB2-5701-9B31-748958E85887}"/>
              </a:ext>
            </a:extLst>
          </p:cNvPr>
          <p:cNvGrpSpPr/>
          <p:nvPr/>
        </p:nvGrpSpPr>
        <p:grpSpPr>
          <a:xfrm>
            <a:off x="4648200" y="1052216"/>
            <a:ext cx="4382337" cy="3093098"/>
            <a:chOff x="5833234" y="1554513"/>
            <a:chExt cx="4382337" cy="3093098"/>
          </a:xfrm>
        </p:grpSpPr>
        <p:pic>
          <p:nvPicPr>
            <p:cNvPr id="9" name="Picture 8">
              <a:extLst>
                <a:ext uri="{FF2B5EF4-FFF2-40B4-BE49-F238E27FC236}">
                  <a16:creationId xmlns:a16="http://schemas.microsoft.com/office/drawing/2014/main" id="{AA3285BC-40C1-8C67-C074-8A42E78AA055}"/>
                </a:ext>
              </a:extLst>
            </p:cNvPr>
            <p:cNvPicPr>
              <a:picLocks noChangeAspect="1"/>
            </p:cNvPicPr>
            <p:nvPr/>
          </p:nvPicPr>
          <p:blipFill>
            <a:blip r:embed="rId5"/>
            <a:stretch>
              <a:fillRect/>
            </a:stretch>
          </p:blipFill>
          <p:spPr>
            <a:xfrm>
              <a:off x="6248399" y="1554513"/>
              <a:ext cx="3657600" cy="2668905"/>
            </a:xfrm>
            <a:prstGeom prst="rect">
              <a:avLst/>
            </a:prstGeom>
          </p:spPr>
        </p:pic>
        <p:sp>
          <p:nvSpPr>
            <p:cNvPr id="15" name="TextBox 14">
              <a:extLst>
                <a:ext uri="{FF2B5EF4-FFF2-40B4-BE49-F238E27FC236}">
                  <a16:creationId xmlns:a16="http://schemas.microsoft.com/office/drawing/2014/main" id="{0A850900-8456-4AEA-E1BE-CC9284EF9985}"/>
                </a:ext>
              </a:extLst>
            </p:cNvPr>
            <p:cNvSpPr txBox="1"/>
            <p:nvPr/>
          </p:nvSpPr>
          <p:spPr>
            <a:xfrm>
              <a:off x="5833234" y="4118299"/>
              <a:ext cx="4382337" cy="529312"/>
            </a:xfrm>
            <a:prstGeom prst="rect">
              <a:avLst/>
            </a:prstGeom>
            <a:noFill/>
          </p:spPr>
          <p:txBody>
            <a:bodyPr wrap="square">
              <a:spAutoFit/>
            </a:bodyPr>
            <a:lstStyle/>
            <a:p>
              <a:pPr marL="0" marR="0" algn="ctr">
                <a:lnSpc>
                  <a:spcPct val="150000"/>
                </a:lnSpc>
                <a:spcBef>
                  <a:spcPts val="0"/>
                </a:spcBef>
                <a:spcAft>
                  <a:spcPts val="0"/>
                </a:spcAft>
              </a:pPr>
              <a:r>
                <a:rPr lang="en-US" sz="1000" kern="0">
                  <a:effectLst/>
                  <a:latin typeface="Times New Roman" panose="02020603050405020304" pitchFamily="18" charset="0"/>
                  <a:ea typeface="SimSun" panose="02010600030101010101" pitchFamily="2" charset="-122"/>
                  <a:cs typeface="Times New Roman" panose="02020603050405020304" pitchFamily="18" charset="0"/>
                </a:rPr>
                <a:t>Hình 10 Đáp ứng của góc tới, góc nghiêng, góc xoay của xe sau khi qua bộ lọc Kalman trong trường hợp 4</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21" name="Group 20">
            <a:extLst>
              <a:ext uri="{FF2B5EF4-FFF2-40B4-BE49-F238E27FC236}">
                <a16:creationId xmlns:a16="http://schemas.microsoft.com/office/drawing/2014/main" id="{49F5D8B2-9999-EAC0-6473-161A5FFD41AD}"/>
              </a:ext>
            </a:extLst>
          </p:cNvPr>
          <p:cNvGrpSpPr/>
          <p:nvPr/>
        </p:nvGrpSpPr>
        <p:grpSpPr>
          <a:xfrm>
            <a:off x="4550983" y="1102367"/>
            <a:ext cx="5105400" cy="2805469"/>
            <a:chOff x="2149792" y="2249910"/>
            <a:chExt cx="5105400" cy="2805469"/>
          </a:xfrm>
        </p:grpSpPr>
        <p:pic>
          <p:nvPicPr>
            <p:cNvPr id="17" name="Picture 16">
              <a:extLst>
                <a:ext uri="{FF2B5EF4-FFF2-40B4-BE49-F238E27FC236}">
                  <a16:creationId xmlns:a16="http://schemas.microsoft.com/office/drawing/2014/main" id="{8B16EF23-8606-13F5-9525-632A5A82C4E7}"/>
                </a:ext>
              </a:extLst>
            </p:cNvPr>
            <p:cNvPicPr>
              <a:picLocks noChangeAspect="1"/>
            </p:cNvPicPr>
            <p:nvPr/>
          </p:nvPicPr>
          <p:blipFill>
            <a:blip r:embed="rId6"/>
            <a:stretch>
              <a:fillRect/>
            </a:stretch>
          </p:blipFill>
          <p:spPr>
            <a:xfrm>
              <a:off x="2743200" y="2249910"/>
              <a:ext cx="3657600" cy="2707005"/>
            </a:xfrm>
            <a:prstGeom prst="rect">
              <a:avLst/>
            </a:prstGeom>
          </p:spPr>
        </p:pic>
        <p:sp>
          <p:nvSpPr>
            <p:cNvPr id="20" name="TextBox 19">
              <a:extLst>
                <a:ext uri="{FF2B5EF4-FFF2-40B4-BE49-F238E27FC236}">
                  <a16:creationId xmlns:a16="http://schemas.microsoft.com/office/drawing/2014/main" id="{DE90DC7F-07C2-C628-55D0-7F69A863798A}"/>
                </a:ext>
              </a:extLst>
            </p:cNvPr>
            <p:cNvSpPr txBox="1"/>
            <p:nvPr/>
          </p:nvSpPr>
          <p:spPr>
            <a:xfrm>
              <a:off x="2149792" y="4756899"/>
              <a:ext cx="5105400" cy="298480"/>
            </a:xfrm>
            <a:prstGeom prst="rect">
              <a:avLst/>
            </a:prstGeom>
            <a:noFill/>
          </p:spPr>
          <p:txBody>
            <a:bodyPr wrap="square">
              <a:spAutoFit/>
            </a:bodyPr>
            <a:lstStyle/>
            <a:p>
              <a:pPr marL="0" marR="0" algn="ctr">
                <a:lnSpc>
                  <a:spcPct val="150000"/>
                </a:lnSpc>
                <a:spcBef>
                  <a:spcPts val="0"/>
                </a:spcBef>
                <a:spcAft>
                  <a:spcPts val="0"/>
                </a:spcAft>
              </a:pPr>
              <a:r>
                <a:rPr lang="en-US" sz="1000" kern="0">
                  <a:effectLst/>
                  <a:latin typeface="Times New Roman" panose="02020603050405020304" pitchFamily="18" charset="0"/>
                  <a:ea typeface="SimSun" panose="02010600030101010101" pitchFamily="2" charset="-122"/>
                  <a:cs typeface="Times New Roman" panose="02020603050405020304" pitchFamily="18" charset="0"/>
                </a:rPr>
                <a:t>Hình 11 Tín hiệu điều khiển của xe trong trường hợp 4</a:t>
              </a:r>
              <a:endParaRPr lang="en-US" sz="1000" kern="10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3623425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arn(inVertical)">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16"/>
                                        </p:tgtEl>
                                      </p:cBhvr>
                                    </p:animEffect>
                                    <p:set>
                                      <p:cBhvr>
                                        <p:cTn id="27" dur="1" fill="hold">
                                          <p:stCondLst>
                                            <p:cond delay="499"/>
                                          </p:stCondLst>
                                        </p:cTn>
                                        <p:tgtEl>
                                          <p:spTgt spid="16"/>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barn(inVertical)">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arn(inVertical)">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A4A5D-DD46-466A-13AD-4584FD5696AF}"/>
            </a:ext>
          </a:extLst>
        </p:cNvPr>
        <p:cNvGrpSpPr/>
        <p:nvPr/>
      </p:nvGrpSpPr>
      <p:grpSpPr>
        <a:xfrm>
          <a:off x="0" y="0"/>
          <a:ext cx="0" cy="0"/>
          <a:chOff x="0" y="0"/>
          <a:chExt cx="0" cy="0"/>
        </a:xfrm>
      </p:grpSpPr>
      <p:sp>
        <p:nvSpPr>
          <p:cNvPr id="12" name="Shape 2733">
            <a:extLst>
              <a:ext uri="{FF2B5EF4-FFF2-40B4-BE49-F238E27FC236}">
                <a16:creationId xmlns:a16="http://schemas.microsoft.com/office/drawing/2014/main" id="{07D1D51C-8EAE-BE8F-25AE-7BB14CE73236}"/>
              </a:ext>
            </a:extLst>
          </p:cNvPr>
          <p:cNvSpPr/>
          <p:nvPr/>
        </p:nvSpPr>
        <p:spPr>
          <a:xfrm>
            <a:off x="838200" y="514350"/>
            <a:ext cx="7262403" cy="510195"/>
          </a:xfrm>
          <a:prstGeom prst="rect">
            <a:avLst/>
          </a:prstGeom>
          <a:solidFill>
            <a:srgbClr val="0079A5"/>
          </a:solidFill>
          <a:ln w="12700">
            <a:noFill/>
            <a:miter lim="4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50800" tIns="50800" rIns="50800" bIns="50800" anchor="ctr"/>
          <a:lstStyle/>
          <a:p>
            <a:pPr>
              <a:defRPr sz="3200">
                <a:solidFill>
                  <a:srgbClr val="FFFFFF"/>
                </a:solidFill>
                <a:latin typeface="+mn-lt"/>
                <a:ea typeface="+mn-ea"/>
                <a:cs typeface="+mn-cs"/>
                <a:sym typeface="Helvetica Light"/>
              </a:defRPr>
            </a:pPr>
            <a:endParaRPr lang="en-US" sz="2800">
              <a:solidFill>
                <a:srgbClr val="FFC000"/>
              </a:solidFill>
              <a:latin typeface="Arial" panose="020B0604020202020204" pitchFamily="34" charset="0"/>
              <a:cs typeface="Arial" panose="020B0604020202020204" pitchFamily="34" charset="0"/>
            </a:endParaRPr>
          </a:p>
          <a:p>
            <a:pPr algn="l">
              <a:defRPr sz="3200">
                <a:solidFill>
                  <a:srgbClr val="FFFFFF"/>
                </a:solidFill>
                <a:latin typeface="+mn-lt"/>
                <a:ea typeface="+mn-ea"/>
                <a:cs typeface="+mn-cs"/>
                <a:sym typeface="Helvetica Light"/>
              </a:defRPr>
            </a:pPr>
            <a:r>
              <a:rPr lang="en-US" sz="1800" b="1">
                <a:solidFill>
                  <a:srgbClr val="FFC000"/>
                </a:solidFill>
                <a:latin typeface="Arial" panose="020B0604020202020204" pitchFamily="34" charset="0"/>
                <a:cs typeface="Arial" panose="020B0604020202020204" pitchFamily="34" charset="0"/>
              </a:rPr>
              <a:t>V. KẾT LUẬN:</a:t>
            </a:r>
          </a:p>
          <a:p>
            <a:pPr lvl="0">
              <a:lnSpc>
                <a:spcPct val="100000"/>
              </a:lnSpc>
              <a:defRPr sz="3200">
                <a:solidFill>
                  <a:srgbClr val="FFFFFF"/>
                </a:solidFill>
                <a:latin typeface="+mn-lt"/>
                <a:ea typeface="+mn-ea"/>
                <a:cs typeface="+mn-cs"/>
                <a:sym typeface="Helvetica Light"/>
              </a:defRPr>
            </a:pPr>
            <a:endParaRPr sz="2800" dirty="0">
              <a:solidFill>
                <a:srgbClr val="FFC000"/>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1049D294-A35B-592C-415C-F2D2DAE7EF7F}"/>
              </a:ext>
            </a:extLst>
          </p:cNvPr>
          <p:cNvSpPr txBox="1"/>
          <p:nvPr/>
        </p:nvSpPr>
        <p:spPr>
          <a:xfrm>
            <a:off x="838200" y="1352550"/>
            <a:ext cx="7760208" cy="1505477"/>
          </a:xfrm>
          <a:prstGeom prst="rect">
            <a:avLst/>
          </a:prstGeom>
          <a:noFill/>
        </p:spPr>
        <p:txBody>
          <a:bodyPr wrap="square">
            <a:spAutoFit/>
          </a:bodyPr>
          <a:lstStyle/>
          <a:p>
            <a:pPr marL="0" marR="0" indent="457200" algn="l">
              <a:lnSpc>
                <a:spcPct val="150000"/>
              </a:lnSpc>
              <a:spcBef>
                <a:spcPts val="0"/>
              </a:spcBef>
              <a:spcAft>
                <a:spcPts val="400"/>
              </a:spcAft>
            </a:pPr>
            <a:r>
              <a:rPr lang="en-US" sz="1400" kern="0">
                <a:effectLst/>
                <a:latin typeface="Times New Roman" panose="02020603050405020304" pitchFamily="18" charset="0"/>
                <a:ea typeface="Calibri" panose="020F0502020204030204" pitchFamily="34" charset="0"/>
                <a:cs typeface="Times New Roman" panose="02020603050405020304" pitchFamily="18" charset="0"/>
              </a:rPr>
              <a:t>Qua quá trình nghiên cứu và thực hiện đề tài nhóm xin tổng hợp lại những thành quả đã đạt được:</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gn="l">
              <a:lnSpc>
                <a:spcPct val="150000"/>
              </a:lnSpc>
              <a:spcBef>
                <a:spcPts val="0"/>
              </a:spcBef>
              <a:spcAft>
                <a:spcPts val="400"/>
              </a:spcAft>
            </a:pPr>
            <a:r>
              <a:rPr lang="en-US" sz="1400" kern="0">
                <a:effectLst/>
                <a:latin typeface="Times New Roman" panose="02020603050405020304" pitchFamily="18" charset="0"/>
                <a:ea typeface="Calibri" panose="020F0502020204030204" pitchFamily="34" charset="0"/>
                <a:cs typeface="Times New Roman" panose="02020603050405020304" pitchFamily="18" charset="0"/>
              </a:rPr>
              <a:t>- Tính toán mô hình toán học, hàm trạng thái cho hệ thống.</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gn="l">
              <a:lnSpc>
                <a:spcPct val="150000"/>
              </a:lnSpc>
              <a:spcBef>
                <a:spcPts val="0"/>
              </a:spcBef>
              <a:spcAft>
                <a:spcPts val="400"/>
              </a:spcAft>
            </a:pPr>
            <a:r>
              <a:rPr lang="en-US" sz="1400" kern="0">
                <a:effectLst/>
                <a:latin typeface="Times New Roman" panose="02020603050405020304" pitchFamily="18" charset="0"/>
                <a:ea typeface="Calibri" panose="020F0502020204030204" pitchFamily="34" charset="0"/>
                <a:cs typeface="Times New Roman" panose="02020603050405020304" pitchFamily="18" charset="0"/>
              </a:rPr>
              <a:t>- Thực hiện mô phỏng hệ thống thành công trên MATLAB Simulink.</a:t>
            </a:r>
          </a:p>
          <a:p>
            <a:pPr marL="0" marR="0" indent="457200" algn="l">
              <a:lnSpc>
                <a:spcPct val="150000"/>
              </a:lnSpc>
              <a:spcBef>
                <a:spcPts val="0"/>
              </a:spcBef>
              <a:spcAft>
                <a:spcPts val="4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 Đánh giá được các đáp ứng thông qua quá trình mô phỏng.</a:t>
            </a:r>
          </a:p>
        </p:txBody>
      </p:sp>
    </p:spTree>
    <p:extLst>
      <p:ext uri="{BB962C8B-B14F-4D97-AF65-F5344CB8AC3E}">
        <p14:creationId xmlns:p14="http://schemas.microsoft.com/office/powerpoint/2010/main" val="29515537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A4A5D-DD46-466A-13AD-4584FD5696AF}"/>
            </a:ext>
          </a:extLst>
        </p:cNvPr>
        <p:cNvGrpSpPr/>
        <p:nvPr/>
      </p:nvGrpSpPr>
      <p:grpSpPr>
        <a:xfrm>
          <a:off x="0" y="0"/>
          <a:ext cx="0" cy="0"/>
          <a:chOff x="0" y="0"/>
          <a:chExt cx="0" cy="0"/>
        </a:xfrm>
      </p:grpSpPr>
      <p:sp>
        <p:nvSpPr>
          <p:cNvPr id="12" name="Shape 2733">
            <a:extLst>
              <a:ext uri="{FF2B5EF4-FFF2-40B4-BE49-F238E27FC236}">
                <a16:creationId xmlns:a16="http://schemas.microsoft.com/office/drawing/2014/main" id="{07D1D51C-8EAE-BE8F-25AE-7BB14CE73236}"/>
              </a:ext>
            </a:extLst>
          </p:cNvPr>
          <p:cNvSpPr/>
          <p:nvPr/>
        </p:nvSpPr>
        <p:spPr>
          <a:xfrm>
            <a:off x="838200" y="514350"/>
            <a:ext cx="7262403" cy="510195"/>
          </a:xfrm>
          <a:prstGeom prst="rect">
            <a:avLst/>
          </a:prstGeom>
          <a:solidFill>
            <a:srgbClr val="0079A5"/>
          </a:solidFill>
          <a:ln w="12700">
            <a:noFill/>
            <a:miter lim="4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50800" tIns="50800" rIns="50800" bIns="50800" anchor="ctr"/>
          <a:lstStyle/>
          <a:p>
            <a:pPr>
              <a:defRPr sz="3200">
                <a:solidFill>
                  <a:srgbClr val="FFFFFF"/>
                </a:solidFill>
                <a:latin typeface="+mn-lt"/>
                <a:ea typeface="+mn-ea"/>
                <a:cs typeface="+mn-cs"/>
                <a:sym typeface="Helvetica Light"/>
              </a:defRPr>
            </a:pPr>
            <a:endParaRPr lang="en-US" sz="2800">
              <a:solidFill>
                <a:srgbClr val="FFC000"/>
              </a:solidFill>
              <a:latin typeface="Arial" panose="020B0604020202020204" pitchFamily="34" charset="0"/>
              <a:cs typeface="Arial" panose="020B0604020202020204" pitchFamily="34" charset="0"/>
            </a:endParaRPr>
          </a:p>
          <a:p>
            <a:pPr algn="l">
              <a:defRPr sz="3200">
                <a:solidFill>
                  <a:srgbClr val="FFFFFF"/>
                </a:solidFill>
                <a:latin typeface="+mn-lt"/>
                <a:ea typeface="+mn-ea"/>
                <a:cs typeface="+mn-cs"/>
                <a:sym typeface="Helvetica Light"/>
              </a:defRPr>
            </a:pPr>
            <a:r>
              <a:rPr lang="en-US" sz="1800" b="1">
                <a:solidFill>
                  <a:srgbClr val="FFC000"/>
                </a:solidFill>
                <a:latin typeface="Arial" panose="020B0604020202020204" pitchFamily="34" charset="0"/>
                <a:cs typeface="Arial" panose="020B0604020202020204" pitchFamily="34" charset="0"/>
              </a:rPr>
              <a:t>VI. TÀI LIỆU THAM KHẢO:</a:t>
            </a:r>
          </a:p>
          <a:p>
            <a:pPr lvl="0">
              <a:lnSpc>
                <a:spcPct val="100000"/>
              </a:lnSpc>
              <a:defRPr sz="3200">
                <a:solidFill>
                  <a:srgbClr val="FFFFFF"/>
                </a:solidFill>
                <a:latin typeface="+mn-lt"/>
                <a:ea typeface="+mn-ea"/>
                <a:cs typeface="+mn-cs"/>
                <a:sym typeface="Helvetica Light"/>
              </a:defRPr>
            </a:pPr>
            <a:endParaRPr sz="2800" dirty="0">
              <a:solidFill>
                <a:srgbClr val="FFC000"/>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1049D294-A35B-592C-415C-F2D2DAE7EF7F}"/>
              </a:ext>
            </a:extLst>
          </p:cNvPr>
          <p:cNvSpPr txBox="1"/>
          <p:nvPr/>
        </p:nvSpPr>
        <p:spPr>
          <a:xfrm>
            <a:off x="990600" y="1200150"/>
            <a:ext cx="7086600" cy="2860335"/>
          </a:xfrm>
          <a:prstGeom prst="rect">
            <a:avLst/>
          </a:prstGeom>
          <a:noFill/>
        </p:spPr>
        <p:txBody>
          <a:bodyPr wrap="square">
            <a:spAutoFit/>
          </a:bodyPr>
          <a:lstStyle/>
          <a:p>
            <a:pPr marL="0" marR="0" indent="457200" algn="just">
              <a:lnSpc>
                <a:spcPct val="150000"/>
              </a:lnSpc>
              <a:spcBef>
                <a:spcPts val="0"/>
              </a:spcBef>
              <a:spcAft>
                <a:spcPts val="400"/>
              </a:spcAft>
            </a:pPr>
            <a:r>
              <a:rPr lang="en-US" sz="1000" kern="0">
                <a:effectLst/>
                <a:latin typeface="Times New Roman" panose="02020603050405020304" pitchFamily="18" charset="0"/>
                <a:ea typeface="Calibri" panose="020F0502020204030204" pitchFamily="34" charset="0"/>
                <a:cs typeface="Times New Roman" panose="02020603050405020304" pitchFamily="18" charset="0"/>
              </a:rPr>
              <a:t>[1]	N. T. Hiếu, “Điều Khiển Robot Xe Hai Bánh Cân Băng Trên Địa Hình Phẳng” Đại Học Bách Khoa TP. HCM.</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457200" algn="just">
              <a:lnSpc>
                <a:spcPct val="150000"/>
              </a:lnSpc>
              <a:spcBef>
                <a:spcPts val="0"/>
              </a:spcBef>
              <a:spcAft>
                <a:spcPts val="400"/>
              </a:spcAft>
            </a:pPr>
            <a:r>
              <a:rPr lang="en-US" sz="1000" kern="0">
                <a:effectLst/>
                <a:latin typeface="Times New Roman" panose="02020603050405020304" pitchFamily="18" charset="0"/>
                <a:ea typeface="Calibri" panose="020F0502020204030204" pitchFamily="34" charset="0"/>
                <a:cs typeface="Times New Roman" panose="02020603050405020304" pitchFamily="18" charset="0"/>
              </a:rPr>
              <a:t>[2]	Nguyễn Trị Phương Hà; Huỳnh Thái Hoàng, “Lý Thuyết Điều Khiển Tự Động” in Lý Thuyết Điều Khiển Tự Động, 1st ed., Nguyễn Trị Phương Hà, Ed. Hồ Chí Minh City: Nhà Xuất Bản Đại Học Quốc Gia TP. HCM, 2005, pp. 311–314.</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457200" algn="just">
              <a:lnSpc>
                <a:spcPct val="150000"/>
              </a:lnSpc>
              <a:spcBef>
                <a:spcPts val="0"/>
              </a:spcBef>
              <a:spcAft>
                <a:spcPts val="400"/>
              </a:spcAft>
            </a:pPr>
            <a:r>
              <a:rPr lang="en-US" sz="1000" kern="0">
                <a:effectLst/>
                <a:latin typeface="Times New Roman" panose="02020603050405020304" pitchFamily="18" charset="0"/>
                <a:ea typeface="Calibri" panose="020F0502020204030204" pitchFamily="34" charset="0"/>
                <a:cs typeface="Times New Roman" panose="02020603050405020304" pitchFamily="18" charset="0"/>
              </a:rPr>
              <a:t>[3]	Huỳnh Thái Hoàng, “Giải Thuật Di Truyền” in Điều Khiển Thông Minh, 1st ed., Huỳnh Thái Hoàng, Ed. Hồ Chí Minh City: Nhà Xuất Bản Đại Học Quốc Gia TP. HCM, 2006, pp. 126–129.</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457200" algn="just">
              <a:lnSpc>
                <a:spcPct val="150000"/>
              </a:lnSpc>
              <a:spcBef>
                <a:spcPts val="0"/>
              </a:spcBef>
              <a:spcAft>
                <a:spcPts val="400"/>
              </a:spcAft>
            </a:pPr>
            <a:r>
              <a:rPr lang="en-US" sz="1000" kern="0">
                <a:effectLst/>
                <a:latin typeface="Times New Roman" panose="02020603050405020304" pitchFamily="18" charset="0"/>
                <a:ea typeface="Calibri" panose="020F0502020204030204" pitchFamily="34" charset="0"/>
                <a:cs typeface="Times New Roman" panose="02020603050405020304" pitchFamily="18" charset="0"/>
              </a:rPr>
              <a:t>[4]	Nguyễn Trị Phương Hà, “Điều Khiển Trượt” in Lý Thuyết Điều Khiển Hiện Đại, Nguyễn Trị Phương Hà, Ed. Hồ Chí Minh City: Minh, Đại Học Quốc Gia TP. Hồ Chí Minh, 2009, pp. 50–54.</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457200" algn="just">
              <a:lnSpc>
                <a:spcPct val="150000"/>
              </a:lnSpc>
              <a:spcBef>
                <a:spcPts val="0"/>
              </a:spcBef>
              <a:spcAft>
                <a:spcPts val="400"/>
              </a:spcAft>
            </a:pPr>
            <a:r>
              <a:rPr lang="en-US" sz="1000" kern="0">
                <a:effectLst/>
                <a:latin typeface="Times New Roman" panose="02020603050405020304" pitchFamily="18" charset="0"/>
                <a:ea typeface="Calibri" panose="020F0502020204030204" pitchFamily="34" charset="0"/>
                <a:cs typeface="Times New Roman" panose="02020603050405020304" pitchFamily="18" charset="0"/>
              </a:rPr>
              <a:t>[5]	Nguyễn Trị Phương Hà, “Phương Pháp Toàn Phương Tuyến Tính LQR” in Lý Thuyết Điều Khiển Hiện Đại, Nguyễn Trị Phương Hà, Ed. Hồ Chí Minh City: Đại Học Quốc Gia TP.Hồ Chí Minh, 2009, pp. 154–170.</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457200" algn="just">
              <a:lnSpc>
                <a:spcPct val="150000"/>
              </a:lnSpc>
              <a:spcBef>
                <a:spcPts val="0"/>
              </a:spcBef>
              <a:spcAft>
                <a:spcPts val="400"/>
              </a:spcAft>
            </a:pPr>
            <a:r>
              <a:rPr lang="en-US" sz="1000" kern="0">
                <a:effectLst/>
                <a:latin typeface="Times New Roman" panose="02020603050405020304" pitchFamily="18" charset="0"/>
                <a:ea typeface="Calibri" panose="020F0502020204030204" pitchFamily="34" charset="0"/>
                <a:cs typeface="Times New Roman" panose="02020603050405020304" pitchFamily="18" charset="0"/>
              </a:rPr>
              <a:t>[6]	R. S. A. A.-W. Murtadha Awoda, “Parameter Estimation of a Permanent Magnetic DC Motor” Iraqi Journal for Electrical And Electronic Engineering, Iraq, pp. 28–36, Jun. 2019.</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44108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63F98E-239A-536D-1E46-4C91A57FB16F}"/>
              </a:ext>
            </a:extLst>
          </p:cNvPr>
          <p:cNvSpPr txBox="1"/>
          <p:nvPr/>
        </p:nvSpPr>
        <p:spPr>
          <a:xfrm>
            <a:off x="1437454" y="1885950"/>
            <a:ext cx="6697667" cy="861774"/>
          </a:xfrm>
          <a:prstGeom prst="rect">
            <a:avLst/>
          </a:prstGeom>
          <a:noFill/>
        </p:spPr>
        <p:txBody>
          <a:bodyPr wrap="none" rtlCol="0">
            <a:spAutoFit/>
          </a:bodyPr>
          <a:lstStyle/>
          <a:p>
            <a:pPr algn="r"/>
            <a:r>
              <a:rPr lang="en-US" sz="5000">
                <a:latin typeface="DejaVu Sans" panose="020B0603030804020204" pitchFamily="34" charset="0"/>
                <a:ea typeface="DejaVu Sans" panose="020B0603030804020204" pitchFamily="34" charset="0"/>
                <a:cs typeface="DejaVu Sans" panose="020B0603030804020204" pitchFamily="34" charset="0"/>
              </a:rPr>
              <a:t>Thanks for watching</a:t>
            </a:r>
          </a:p>
        </p:txBody>
      </p:sp>
      <p:sp>
        <p:nvSpPr>
          <p:cNvPr id="3" name="Frame 2">
            <a:extLst>
              <a:ext uri="{FF2B5EF4-FFF2-40B4-BE49-F238E27FC236}">
                <a16:creationId xmlns:a16="http://schemas.microsoft.com/office/drawing/2014/main" id="{00A1F478-3C31-C73D-E15E-7A3235164B30}"/>
              </a:ext>
            </a:extLst>
          </p:cNvPr>
          <p:cNvSpPr/>
          <p:nvPr/>
        </p:nvSpPr>
        <p:spPr bwMode="auto">
          <a:xfrm>
            <a:off x="1295400" y="1733550"/>
            <a:ext cx="6934200" cy="1143000"/>
          </a:xfrm>
          <a:prstGeom prst="frame">
            <a:avLst/>
          </a:prstGeom>
          <a:solidFill>
            <a:schemeClr val="bg1"/>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08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Tree>
    <p:extLst>
      <p:ext uri="{BB962C8B-B14F-4D97-AF65-F5344CB8AC3E}">
        <p14:creationId xmlns:p14="http://schemas.microsoft.com/office/powerpoint/2010/main" val="2401135243"/>
      </p:ext>
    </p:extLst>
  </p:cSld>
  <p:clrMapOvr>
    <a:masterClrMapping/>
  </p:clrMapOvr>
  <p:transition spd="slow">
    <p:fade/>
  </p:transition>
</p:sld>
</file>

<file path=ppt/theme/theme1.xml><?xml version="1.0" encoding="utf-8"?>
<a:theme xmlns:a="http://schemas.openxmlformats.org/drawingml/2006/main" name="Default - Title Slide">
  <a:themeElements>
    <a:clrScheme name="">
      <a:dk1>
        <a:srgbClr val="000000"/>
      </a:dk1>
      <a:lt1>
        <a:srgbClr val="FFFFFF"/>
      </a:lt1>
      <a:dk2>
        <a:srgbClr val="000000"/>
      </a:dk2>
      <a:lt2>
        <a:srgbClr val="808080"/>
      </a:lt2>
      <a:accent1>
        <a:srgbClr val="002939"/>
      </a:accent1>
      <a:accent2>
        <a:srgbClr val="333399"/>
      </a:accent2>
      <a:accent3>
        <a:srgbClr val="FFFFFF"/>
      </a:accent3>
      <a:accent4>
        <a:srgbClr val="000000"/>
      </a:accent4>
      <a:accent5>
        <a:srgbClr val="AAACAE"/>
      </a:accent5>
      <a:accent6>
        <a:srgbClr val="2D2D8A"/>
      </a:accent6>
      <a:hlink>
        <a:srgbClr val="009999"/>
      </a:hlink>
      <a:folHlink>
        <a:srgbClr val="99CC00"/>
      </a:folHlink>
    </a:clrScheme>
    <a:fontScheme name="Default - Title Slide">
      <a:majorFont>
        <a:latin typeface="Calibri"/>
        <a:ea typeface="ヒラギノ角ゴ ProN W3"/>
        <a:cs typeface="ヒラギノ角ゴ ProN W3"/>
      </a:majorFont>
      <a:minorFont>
        <a:latin typeface="Calibri"/>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08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08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Default - Title 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7576</TotalTime>
  <Pages>0</Pages>
  <Words>1441</Words>
  <Characters>0</Characters>
  <Application>Microsoft Office PowerPoint</Application>
  <PresentationFormat>On-screen Show (16:9)</PresentationFormat>
  <Lines>0</Lines>
  <Paragraphs>116</Paragraphs>
  <Slides>21</Slides>
  <Notes>18</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8" baseType="lpstr">
      <vt:lpstr>Arial</vt:lpstr>
      <vt:lpstr>Calibri</vt:lpstr>
      <vt:lpstr>DejaVu Sans</vt:lpstr>
      <vt:lpstr>Gill Sans</vt:lpstr>
      <vt:lpstr>Times New Roman</vt:lpstr>
      <vt:lpstr>Default - Title Slide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Muda</dc:creator>
  <cp:lastModifiedBy>Nguyên Trần Trọng</cp:lastModifiedBy>
  <cp:revision>538</cp:revision>
  <cp:lastPrinted>2017-01-09T04:13:40Z</cp:lastPrinted>
  <dcterms:modified xsi:type="dcterms:W3CDTF">2024-05-26T09:28:30Z</dcterms:modified>
</cp:coreProperties>
</file>